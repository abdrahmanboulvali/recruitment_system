
<file path=[Content_Types].xml><?xml version="1.0" encoding="utf-8"?>
<Types xmlns="http://schemas.openxmlformats.org/package/2006/content-types">
  <Default Extension="fntdata" ContentType="application/x-fontdata"/>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17"/>
  </p:notesMasterIdLst>
  <p:sldIdLst>
    <p:sldId id="256" r:id="rId2"/>
    <p:sldId id="307" r:id="rId3"/>
    <p:sldId id="257" r:id="rId4"/>
    <p:sldId id="259" r:id="rId5"/>
    <p:sldId id="309" r:id="rId6"/>
    <p:sldId id="305" r:id="rId7"/>
    <p:sldId id="262" r:id="rId8"/>
    <p:sldId id="306" r:id="rId9"/>
    <p:sldId id="312" r:id="rId10"/>
    <p:sldId id="310" r:id="rId11"/>
    <p:sldId id="304" r:id="rId12"/>
    <p:sldId id="308" r:id="rId13"/>
    <p:sldId id="283" r:id="rId14"/>
    <p:sldId id="311" r:id="rId15"/>
    <p:sldId id="281" r:id="rId16"/>
  </p:sldIdLst>
  <p:sldSz cx="9144000" cy="5143500" type="screen16x9"/>
  <p:notesSz cx="6858000" cy="9144000"/>
  <p:embeddedFontLst>
    <p:embeddedFont>
      <p:font typeface="Libre Franklin" pitchFamily="2" charset="0"/>
      <p:regular r:id="rId18"/>
      <p:bold r:id="rId19"/>
      <p:italic r:id="rId20"/>
      <p:boldItalic r:id="rId21"/>
    </p:embeddedFont>
    <p:embeddedFont>
      <p:font typeface="Livvic" panose="020B0604020202020204" charset="0"/>
      <p:regular r:id="rId22"/>
      <p:bold r:id="rId23"/>
      <p:italic r:id="rId24"/>
      <p:boldItalic r:id="rId25"/>
    </p:embeddedFont>
    <p:embeddedFont>
      <p:font typeface="Montserrat ExtraBold" panose="00000900000000000000" pitchFamily="2" charset="0"/>
      <p:bold r:id="rId26"/>
      <p:boldItalic r:id="rId27"/>
    </p:embeddedFont>
    <p:embeddedFont>
      <p:font typeface="Poppins" panose="00000500000000000000" pitchFamily="2" charset="0"/>
      <p:regular r:id="rId28"/>
      <p:bold r:id="rId29"/>
      <p:italic r:id="rId30"/>
      <p:boldItalic r:id="rId31"/>
    </p:embeddedFont>
    <p:embeddedFont>
      <p:font typeface="Poppins ExtraBold" panose="00000900000000000000" pitchFamily="2" charset="0"/>
      <p:bold r:id="rId32"/>
      <p:boldItalic r:id="rId33"/>
    </p:embeddedFont>
    <p:embeddedFont>
      <p:font typeface="Roboto Condensed Light" panose="02000000000000000000" pitchFamily="2" charset="0"/>
      <p:regular r:id="rId34"/>
      <p:italic r:id="rId35"/>
    </p:embeddedFont>
    <p:embeddedFont>
      <p:font typeface="Source Sans Pro" panose="020B050303040302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BEE9DD1-94CF-49C2-976B-239E8CE6CA33}">
  <a:tblStyle styleId="{DBEE9DD1-94CF-49C2-976B-239E8CE6CA3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61043" autoAdjust="0"/>
  </p:normalViewPr>
  <p:slideViewPr>
    <p:cSldViewPr snapToGrid="0">
      <p:cViewPr varScale="1">
        <p:scale>
          <a:sx n="53" d="100"/>
          <a:sy n="53" d="100"/>
        </p:scale>
        <p:origin x="166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r>
              <a:rPr lang="fr-FR" dirty="0"/>
              <a:t>Bonjour à tous.</a:t>
            </a:r>
          </a:p>
          <a:p>
            <a:pPr algn="just"/>
            <a:r>
              <a:rPr lang="fr-FR" dirty="0"/>
              <a:t>Je m'appelle </a:t>
            </a:r>
            <a:r>
              <a:rPr lang="fr-FR" b="1" dirty="0"/>
              <a:t>Abderrahmane Bou </a:t>
            </a:r>
            <a:r>
              <a:rPr lang="fr-FR" b="1" dirty="0" err="1"/>
              <a:t>Elvali</a:t>
            </a:r>
            <a:r>
              <a:rPr lang="fr-FR" dirty="0"/>
              <a:t>. Je suis très heureux de vous présenter, aujourd'hui, mon projet de fin d'études intitulé : </a:t>
            </a:r>
            <a:r>
              <a:rPr lang="fr-FR" b="1" dirty="0"/>
              <a:t>« Système de Recrutement Intelligent »</a:t>
            </a:r>
            <a:r>
              <a:rPr lang="fr-FR" dirty="0"/>
              <a:t>.</a:t>
            </a:r>
          </a:p>
          <a:p>
            <a:pPr algn="just"/>
            <a:r>
              <a:rPr lang="fr-FR" dirty="0"/>
              <a:t>Ce projet est le résultat de mon stage chez </a:t>
            </a:r>
            <a:r>
              <a:rPr lang="fr-FR" b="1" dirty="0" err="1"/>
              <a:t>Syskat</a:t>
            </a:r>
            <a:r>
              <a:rPr lang="fr-FR" b="1" dirty="0"/>
              <a:t> Technologies</a:t>
            </a:r>
            <a:r>
              <a:rPr lang="fr-FR" dirty="0"/>
              <a:t>, une entreprise leader en Mauritanie dans le domaine des solutions informatiques et du développement logiciel.</a:t>
            </a:r>
          </a:p>
          <a:p>
            <a:pPr algn="just"/>
            <a:r>
              <a:rPr lang="fr-FR" dirty="0"/>
              <a:t>Durant cette expérience, j'ai observé que le processus de recrutement manuel était une source importante de perte de temps et d'erreurs pour les entreprises. C'est pourquoi j'ai développé cette solution basée sur l'Intelligence Artificielle pour moderniser et automatiser ce processus.</a:t>
            </a:r>
          </a:p>
          <a:p>
            <a:pPr algn="just"/>
            <a:r>
              <a:rPr lang="fr-FR" dirty="0"/>
              <a:t>Enfin, je tiens à remercier chaleureusement mon encadrant, </a:t>
            </a:r>
            <a:r>
              <a:rPr lang="fr-FR" b="1" dirty="0"/>
              <a:t>Monsieur le Dr Ahmed </a:t>
            </a:r>
            <a:r>
              <a:rPr lang="fr-FR" b="1" dirty="0" err="1"/>
              <a:t>Sejad</a:t>
            </a:r>
            <a:r>
              <a:rPr lang="fr-FR" dirty="0"/>
              <a:t>, pour ses précieux conseils et son accompagnement tout au long de mon travail.</a:t>
            </a:r>
          </a:p>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ad73984ffc_0_15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ad73984ffc_0_15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Pour bien comprendre mon travail, j'ai organisé ma présentation en quatre parties :</a:t>
            </a:r>
          </a:p>
          <a:p>
            <a:pPr lvl="1">
              <a:buFont typeface="+mj-lt"/>
              <a:buAutoNum type="arabicPeriod"/>
            </a:pPr>
            <a:r>
              <a:rPr lang="fr-FR" dirty="0"/>
              <a:t>D'abord, </a:t>
            </a:r>
            <a:r>
              <a:rPr lang="fr-FR" b="1" dirty="0"/>
              <a:t>l'introduction</a:t>
            </a:r>
            <a:r>
              <a:rPr lang="fr-FR" dirty="0"/>
              <a:t>, où je vais expliquer le problème du recrutement manuel.</a:t>
            </a:r>
          </a:p>
          <a:p>
            <a:pPr lvl="1">
              <a:buFont typeface="+mj-lt"/>
              <a:buAutoNum type="arabicPeriod"/>
            </a:pPr>
            <a:r>
              <a:rPr lang="fr-FR" dirty="0"/>
              <a:t>Ensuite, </a:t>
            </a:r>
            <a:r>
              <a:rPr lang="fr-FR" b="1" dirty="0"/>
              <a:t>la conception</a:t>
            </a:r>
            <a:r>
              <a:rPr lang="fr-FR" dirty="0"/>
              <a:t>, pour vous montrer comment j'ai modélisé le système.</a:t>
            </a:r>
          </a:p>
          <a:p>
            <a:pPr lvl="1">
              <a:buFont typeface="+mj-lt"/>
              <a:buAutoNum type="arabicPeriod"/>
            </a:pPr>
            <a:r>
              <a:rPr lang="fr-FR" dirty="0"/>
              <a:t>Après, </a:t>
            </a:r>
            <a:r>
              <a:rPr lang="fr-FR" b="1" dirty="0"/>
              <a:t>la réalisation</a:t>
            </a:r>
            <a:r>
              <a:rPr lang="fr-FR" dirty="0"/>
              <a:t>, avec les outils technologiques que j'ai choisis.</a:t>
            </a:r>
          </a:p>
          <a:p>
            <a:pPr lvl="1">
              <a:buFont typeface="+mj-lt"/>
              <a:buAutoNum type="arabicPeriod"/>
            </a:pPr>
            <a:r>
              <a:rPr lang="fr-FR" dirty="0"/>
              <a:t>Et enfin, </a:t>
            </a:r>
            <a:r>
              <a:rPr lang="fr-FR" b="1" dirty="0"/>
              <a:t>la démonstration</a:t>
            </a:r>
            <a:r>
              <a:rPr lang="fr-FR" dirty="0"/>
              <a:t>, où je vous montrerai l'application en action.</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393143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ad73984ffc_0_154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ad73984ffc_0_154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Aujourd'hui, le recrutement manuel est un grand problème. Les entreprises reçoivent des centaines de CV. C'est très lent pour les RH de tout lire, et il y a souvent un risque de perdre les meilleurs profils à cause de la fatigue et des erreurs humaines.</a:t>
            </a:r>
          </a:p>
          <a:p>
            <a:r>
              <a:rPr lang="fr-FR" dirty="0"/>
              <a:t>Donc, malgré tout le temps investi dans ce tri manuel, le résultat n'est pas optimal. </a:t>
            </a:r>
            <a:r>
              <a:rPr lang="fr-FR" b="1" dirty="0"/>
              <a:t>Alors, comment pouvons-nous moderniser ce processus et rendre le recrutement plus rapide, plus précis et plus intelligent ?</a:t>
            </a:r>
            <a:endParaRPr lang="fr-F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ad73984ffc_0_180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ad73984ffc_0_180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Notre objectif est de concevoir un système </a:t>
            </a:r>
            <a:r>
              <a:rPr lang="fr-FR" b="1" dirty="0"/>
              <a:t>fiable et simple</a:t>
            </a:r>
            <a:r>
              <a:rPr lang="fr-FR" dirty="0"/>
              <a:t>. Il permet de :</a:t>
            </a:r>
          </a:p>
          <a:p>
            <a:pPr lvl="1">
              <a:buFont typeface="+mj-lt"/>
              <a:buAutoNum type="arabicPeriod"/>
            </a:pPr>
            <a:r>
              <a:rPr lang="fr-FR" dirty="0"/>
              <a:t>Analyser les CV automatiquement.</a:t>
            </a:r>
          </a:p>
          <a:p>
            <a:pPr lvl="1">
              <a:buFont typeface="+mj-lt"/>
              <a:buAutoNum type="arabicPeriod"/>
            </a:pPr>
            <a:r>
              <a:rPr lang="fr-FR" dirty="0"/>
              <a:t>Calculer un score de pertinence.</a:t>
            </a:r>
          </a:p>
          <a:p>
            <a:pPr lvl="1">
              <a:buFont typeface="+mj-lt"/>
              <a:buAutoNum type="arabicPeriod"/>
            </a:pPr>
            <a:r>
              <a:rPr lang="fr-FR" dirty="0"/>
              <a:t>Et gagner beaucoup de temps.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ad73984ffc_0_15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ad73984ffc_0_15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62778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ad8999aef1_0_155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ad8999aef1_0_15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just"/>
            <a:r>
              <a:rPr lang="fr-FR" dirty="0"/>
              <a:t>Maintenant, passons à la structure de données avec le </a:t>
            </a:r>
            <a:r>
              <a:rPr lang="fr-FR" b="1" dirty="0"/>
              <a:t>Diagramme de Classes</a:t>
            </a:r>
            <a:r>
              <a:rPr lang="fr-FR" dirty="0"/>
              <a:t>. Pour concevoir un système robuste, j'ai organisé le projet en trois grands modules :</a:t>
            </a:r>
          </a:p>
          <a:p>
            <a:pPr algn="just">
              <a:buFont typeface="+mj-lt"/>
              <a:buAutoNum type="arabicPeriod"/>
            </a:pPr>
            <a:r>
              <a:rPr lang="fr-FR" b="1" dirty="0"/>
              <a:t>Le module 'Gestion des Comptes' :</a:t>
            </a:r>
            <a:r>
              <a:rPr lang="fr-FR" dirty="0"/>
              <a:t> Au centre, nous avons la classe </a:t>
            </a:r>
            <a:r>
              <a:rPr lang="fr-FR" b="1" dirty="0"/>
              <a:t>User</a:t>
            </a:r>
            <a:r>
              <a:rPr lang="fr-FR" dirty="0"/>
              <a:t>, qui est la base de tout le système. Elle est liée à la classe </a:t>
            </a:r>
            <a:r>
              <a:rPr lang="fr-FR" b="1" dirty="0"/>
              <a:t>Candidat</a:t>
            </a:r>
            <a:r>
              <a:rPr lang="fr-FR" dirty="0"/>
              <a:t> (pour les chercheurs d'emploi) et à la classe </a:t>
            </a:r>
            <a:r>
              <a:rPr lang="fr-FR" b="1" dirty="0"/>
              <a:t>Enterprise</a:t>
            </a:r>
            <a:r>
              <a:rPr lang="fr-FR" dirty="0"/>
              <a:t> (pour les recruteurs). J'ai aussi ajouté une classe </a:t>
            </a:r>
            <a:r>
              <a:rPr lang="fr-FR" b="1" dirty="0" err="1"/>
              <a:t>AgentRH</a:t>
            </a:r>
            <a:r>
              <a:rPr lang="fr-FR" dirty="0"/>
              <a:t> pour gérer les opérations spécifiques.</a:t>
            </a:r>
          </a:p>
          <a:p>
            <a:pPr algn="just">
              <a:buFont typeface="+mj-lt"/>
              <a:buAutoNum type="arabicPeriod"/>
            </a:pPr>
            <a:r>
              <a:rPr lang="fr-FR" b="1" dirty="0"/>
              <a:t>Le module 'Recrutement &amp; IA' :</a:t>
            </a:r>
            <a:r>
              <a:rPr lang="fr-FR" dirty="0"/>
              <a:t> C'est le cœur du système. Ici, la classe </a:t>
            </a:r>
            <a:r>
              <a:rPr lang="fr-FR" b="1" dirty="0"/>
              <a:t>Offre</a:t>
            </a:r>
            <a:r>
              <a:rPr lang="fr-FR" dirty="0"/>
              <a:t> est liée à la classe </a:t>
            </a:r>
            <a:r>
              <a:rPr lang="fr-FR" b="1" dirty="0"/>
              <a:t>Candidature</a:t>
            </a:r>
            <a:r>
              <a:rPr lang="fr-FR" dirty="0"/>
              <a:t>. Le point le plus important ici est l'attribut </a:t>
            </a:r>
            <a:r>
              <a:rPr lang="fr-FR" b="1" dirty="0"/>
              <a:t>'Score'</a:t>
            </a:r>
            <a:r>
              <a:rPr lang="fr-FR" dirty="0"/>
              <a:t> dans la classe Candidature : c'est le résultat calculé par l'algorithme d'IA, qui fait le lien direct entre le profil du candidat et les compétences requises par l'offre.</a:t>
            </a:r>
          </a:p>
          <a:p>
            <a:pPr algn="just">
              <a:buFont typeface="+mj-lt"/>
              <a:buAutoNum type="arabicPeriod"/>
            </a:pPr>
            <a:r>
              <a:rPr lang="fr-FR" b="1" dirty="0"/>
              <a:t>Le module 'Abonnements &amp; Paiements' :</a:t>
            </a:r>
            <a:r>
              <a:rPr lang="fr-FR" dirty="0"/>
              <a:t> Pour assurer la viabilité économique, j'ai modélisé un système d'abonnement. La classe </a:t>
            </a:r>
            <a:r>
              <a:rPr lang="fr-FR" b="1" dirty="0" err="1"/>
              <a:t>SubscriptionRequest</a:t>
            </a:r>
            <a:r>
              <a:rPr lang="fr-FR" dirty="0"/>
              <a:t> permet à l'entreprise de choisir un </a:t>
            </a:r>
            <a:r>
              <a:rPr lang="fr-FR" b="1" dirty="0" err="1"/>
              <a:t>SubscriptionPlan</a:t>
            </a:r>
            <a:r>
              <a:rPr lang="fr-FR" dirty="0"/>
              <a:t> et de gérer le paiement via la classe </a:t>
            </a:r>
            <a:r>
              <a:rPr lang="fr-FR" b="1" dirty="0" err="1"/>
              <a:t>PaymentMethod</a:t>
            </a:r>
            <a:r>
              <a:rPr lang="fr-FR" dirty="0"/>
              <a:t>.</a:t>
            </a:r>
          </a:p>
          <a:p>
            <a:pPr algn="just"/>
            <a:r>
              <a:rPr lang="fr-FR" dirty="0"/>
              <a:t>En résumé, ce diagramme montre une structure cohérente et évolutive, capable de gérer à la fois les utilisateurs, les processus de recrutement, et la facturation.</a:t>
            </a:r>
          </a:p>
        </p:txBody>
      </p:sp>
    </p:spTree>
    <p:extLst>
      <p:ext uri="{BB962C8B-B14F-4D97-AF65-F5344CB8AC3E}">
        <p14:creationId xmlns:p14="http://schemas.microsoft.com/office/powerpoint/2010/main" val="2442543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ad8999aef1_0_155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ad8999aef1_0_15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Ici, nous voyons le diagramme de cas d’utilisation. Le système a trois acteurs : l'administrateur RH, le directeur, et le candidat. Chaque acteur a des fonctions spécifiques pour rendre le travail fluide.</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6F27672C-BFD5-131E-DB9C-43DA13C0D6A3}"/>
            </a:ext>
          </a:extLst>
        </p:cNvPr>
        <p:cNvGrpSpPr/>
        <p:nvPr/>
      </p:nvGrpSpPr>
      <p:grpSpPr>
        <a:xfrm>
          <a:off x="0" y="0"/>
          <a:ext cx="0" cy="0"/>
          <a:chOff x="0" y="0"/>
          <a:chExt cx="0" cy="0"/>
        </a:xfrm>
      </p:grpSpPr>
      <p:sp>
        <p:nvSpPr>
          <p:cNvPr id="900" name="Google Shape;900;gad8999aef1_0_15564:notes">
            <a:extLst>
              <a:ext uri="{FF2B5EF4-FFF2-40B4-BE49-F238E27FC236}">
                <a16:creationId xmlns:a16="http://schemas.microsoft.com/office/drawing/2014/main" id="{08A1DA0C-B54D-34EF-7891-826D9F6790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ad8999aef1_0_15564:notes">
            <a:extLst>
              <a:ext uri="{FF2B5EF4-FFF2-40B4-BE49-F238E27FC236}">
                <a16:creationId xmlns:a16="http://schemas.microsoft.com/office/drawing/2014/main" id="{87F391D8-AE14-4B51-D5D9-12310544C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just">
              <a:buNone/>
            </a:pPr>
            <a:r>
              <a:rPr lang="fr-FR" dirty="0"/>
              <a:t>Passons maintenant au </a:t>
            </a:r>
            <a:r>
              <a:rPr lang="fr-FR" b="1" dirty="0"/>
              <a:t>Diagramme de Séquence</a:t>
            </a:r>
            <a:r>
              <a:rPr lang="fr-FR" dirty="0"/>
              <a:t>. Ce schéma illustre le parcours technique d'une candidature, étape par étape :</a:t>
            </a:r>
          </a:p>
          <a:p>
            <a:pPr algn="just">
              <a:buFont typeface="+mj-lt"/>
              <a:buAutoNum type="arabicPeriod"/>
            </a:pPr>
            <a:r>
              <a:rPr lang="fr-FR" b="1" dirty="0"/>
              <a:t>L'Action du Candidat :</a:t>
            </a:r>
            <a:r>
              <a:rPr lang="fr-FR" dirty="0"/>
              <a:t> Tout commence lorsque le candidat télécharge son CV (en format PDF) et clique sur le bouton 'Postuler'.</a:t>
            </a:r>
          </a:p>
          <a:p>
            <a:pPr algn="just">
              <a:buFont typeface="+mj-lt"/>
              <a:buAutoNum type="arabicPeriod"/>
            </a:pPr>
            <a:r>
              <a:rPr lang="fr-FR" b="1" dirty="0"/>
              <a:t>La Requête :</a:t>
            </a:r>
            <a:r>
              <a:rPr lang="fr-FR" dirty="0"/>
              <a:t> Une requête HTTP POST est envoyée vers notre </a:t>
            </a:r>
            <a:r>
              <a:rPr lang="fr-FR" b="1" dirty="0"/>
              <a:t>Django Backend</a:t>
            </a:r>
            <a:r>
              <a:rPr lang="fr-FR" dirty="0"/>
              <a:t>. Le système vérifie d'abord l'authentification et le rôle de l'utilisateur via un jeton (JWT </a:t>
            </a:r>
            <a:r>
              <a:rPr lang="fr-FR" dirty="0" err="1"/>
              <a:t>Token</a:t>
            </a:r>
            <a:r>
              <a:rPr lang="fr-FR" dirty="0"/>
              <a:t>).</a:t>
            </a:r>
          </a:p>
          <a:p>
            <a:pPr algn="just">
              <a:buFont typeface="+mj-lt"/>
              <a:buAutoNum type="arabicPeriod"/>
            </a:pPr>
            <a:r>
              <a:rPr lang="fr-FR" b="1" dirty="0"/>
              <a:t>Le Traitement (Cœur du système) :</a:t>
            </a:r>
            <a:r>
              <a:rPr lang="fr-FR" dirty="0"/>
              <a:t> Une fois le fichier sauvegardé, le backend envoie le texte du CV au </a:t>
            </a:r>
            <a:r>
              <a:rPr lang="fr-FR" b="1" dirty="0"/>
              <a:t>Moteur IA</a:t>
            </a:r>
            <a:r>
              <a:rPr lang="fr-FR" dirty="0"/>
              <a:t>. C'est ici que le système extrait les compétences et calcule le score de correspondance.</a:t>
            </a:r>
          </a:p>
          <a:p>
            <a:pPr algn="just">
              <a:buFont typeface="+mj-lt"/>
              <a:buAutoNum type="arabicPeriod"/>
            </a:pPr>
            <a:r>
              <a:rPr lang="fr-FR" b="1" dirty="0"/>
              <a:t>La Réponse :</a:t>
            </a:r>
            <a:r>
              <a:rPr lang="fr-FR" dirty="0"/>
              <a:t> Enfin, le backend insère ces informations dans la base de données (</a:t>
            </a:r>
            <a:r>
              <a:rPr lang="fr-FR" b="1" dirty="0"/>
              <a:t>PostgreSQL</a:t>
            </a:r>
            <a:r>
              <a:rPr lang="fr-FR" dirty="0"/>
              <a:t>) et renvoie une confirmation de succès au candidat.</a:t>
            </a:r>
          </a:p>
          <a:p>
            <a:pPr marL="158750" indent="0" algn="just">
              <a:buNone/>
            </a:pPr>
            <a:r>
              <a:rPr lang="fr-FR" dirty="0"/>
              <a:t>En résumé, ce diagramme montre comment nous garantissons une communication sécurisée et un traitement intelligent, le tout en une seule transaction.</a:t>
            </a:r>
          </a:p>
          <a:p>
            <a:pPr marL="158750" indent="0">
              <a:buNone/>
            </a:pPr>
            <a:endParaRPr lang="fr-FR" dirty="0"/>
          </a:p>
        </p:txBody>
      </p:sp>
    </p:spTree>
    <p:extLst>
      <p:ext uri="{BB962C8B-B14F-4D97-AF65-F5344CB8AC3E}">
        <p14:creationId xmlns:p14="http://schemas.microsoft.com/office/powerpoint/2010/main" val="1459436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a:extLst>
            <a:ext uri="{FF2B5EF4-FFF2-40B4-BE49-F238E27FC236}">
              <a16:creationId xmlns:a16="http://schemas.microsoft.com/office/drawing/2014/main" id="{6F27672C-BFD5-131E-DB9C-43DA13C0D6A3}"/>
            </a:ext>
          </a:extLst>
        </p:cNvPr>
        <p:cNvGrpSpPr/>
        <p:nvPr/>
      </p:nvGrpSpPr>
      <p:grpSpPr>
        <a:xfrm>
          <a:off x="0" y="0"/>
          <a:ext cx="0" cy="0"/>
          <a:chOff x="0" y="0"/>
          <a:chExt cx="0" cy="0"/>
        </a:xfrm>
      </p:grpSpPr>
      <p:sp>
        <p:nvSpPr>
          <p:cNvPr id="900" name="Google Shape;900;gad8999aef1_0_15564:notes">
            <a:extLst>
              <a:ext uri="{FF2B5EF4-FFF2-40B4-BE49-F238E27FC236}">
                <a16:creationId xmlns:a16="http://schemas.microsoft.com/office/drawing/2014/main" id="{08A1DA0C-B54D-34EF-7891-826D9F6790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ad8999aef1_0_15564:notes">
            <a:extLst>
              <a:ext uri="{FF2B5EF4-FFF2-40B4-BE49-F238E27FC236}">
                <a16:creationId xmlns:a16="http://schemas.microsoft.com/office/drawing/2014/main" id="{87F391D8-AE14-4B51-D5D9-12310544CD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lgn="just">
              <a:buNone/>
            </a:pPr>
            <a:r>
              <a:rPr lang="fr-FR" dirty="0"/>
              <a:t>Passons maintenant à la partie la plus importante de mon projet : </a:t>
            </a:r>
            <a:r>
              <a:rPr lang="fr-FR" b="1" dirty="0"/>
              <a:t>le moteur d'intelligence artificielle</a:t>
            </a:r>
            <a:r>
              <a:rPr lang="fr-FR" dirty="0"/>
              <a:t>.</a:t>
            </a:r>
          </a:p>
          <a:p>
            <a:pPr marL="158750" indent="0" algn="just">
              <a:buNone/>
            </a:pPr>
            <a:r>
              <a:rPr lang="fr-FR" dirty="0"/>
              <a:t>Pour analyser les candidatures, j'ai mis en place un pipeline en trois étapes :</a:t>
            </a:r>
          </a:p>
          <a:p>
            <a:pPr algn="just">
              <a:buFont typeface="+mj-lt"/>
              <a:buAutoNum type="arabicPeriod"/>
            </a:pPr>
            <a:r>
              <a:rPr lang="fr-FR" b="1" dirty="0"/>
              <a:t>D'abord, l'Extraction :</a:t>
            </a:r>
            <a:r>
              <a:rPr lang="fr-FR" dirty="0"/>
              <a:t> Le système utilise la bibliothèque </a:t>
            </a:r>
            <a:r>
              <a:rPr lang="fr-FR" dirty="0" err="1"/>
              <a:t>pdfplumber</a:t>
            </a:r>
            <a:r>
              <a:rPr lang="fr-FR" dirty="0"/>
              <a:t> pour extraire le texte brut des CV, même s'ils sont complexes ou en plusieurs langues.</a:t>
            </a:r>
          </a:p>
          <a:p>
            <a:pPr algn="just">
              <a:buFont typeface="+mj-lt"/>
              <a:buAutoNum type="arabicPeriod"/>
            </a:pPr>
            <a:r>
              <a:rPr lang="fr-FR" b="1" dirty="0"/>
              <a:t>Ensuite, l'Analyse :</a:t>
            </a:r>
            <a:r>
              <a:rPr lang="fr-FR" dirty="0"/>
              <a:t> C'est ici que la magie opère. </a:t>
            </a:r>
            <a:r>
              <a:rPr lang="fr-FR"/>
              <a:t>J'utilise </a:t>
            </a:r>
            <a:r>
              <a:rPr lang="fr-FR" b="1"/>
              <a:t>Sentence-Transformer</a:t>
            </a:r>
            <a:r>
              <a:rPr lang="fr-FR"/>
              <a:t> </a:t>
            </a:r>
            <a:r>
              <a:rPr lang="fr-FR" dirty="0"/>
              <a:t>pour transformer le texte en vecteurs numériques. Cela permet au système de comprendre le </a:t>
            </a:r>
            <a:r>
              <a:rPr lang="fr-FR" i="1" dirty="0"/>
              <a:t>sens</a:t>
            </a:r>
            <a:r>
              <a:rPr lang="fr-FR" dirty="0"/>
              <a:t> des mots, pas seulement les mots eux-mêmes.</a:t>
            </a:r>
          </a:p>
          <a:p>
            <a:pPr algn="just">
              <a:buFont typeface="+mj-lt"/>
              <a:buAutoNum type="arabicPeriod"/>
            </a:pPr>
            <a:r>
              <a:rPr lang="fr-FR" b="1" dirty="0"/>
              <a:t>Puis, le </a:t>
            </a:r>
            <a:r>
              <a:rPr lang="fr-FR" b="1" dirty="0" err="1"/>
              <a:t>Scoring</a:t>
            </a:r>
            <a:r>
              <a:rPr lang="fr-FR" b="1" dirty="0"/>
              <a:t> :</a:t>
            </a:r>
            <a:r>
              <a:rPr lang="fr-FR" dirty="0"/>
              <a:t> Avec </a:t>
            </a:r>
            <a:r>
              <a:rPr lang="fr-FR" dirty="0" err="1"/>
              <a:t>Scikit-learn</a:t>
            </a:r>
            <a:r>
              <a:rPr lang="fr-FR" dirty="0"/>
              <a:t>, je calcule la </a:t>
            </a:r>
            <a:r>
              <a:rPr lang="fr-FR" b="1" dirty="0" err="1"/>
              <a:t>Cosine</a:t>
            </a:r>
            <a:r>
              <a:rPr lang="fr-FR" b="1" dirty="0"/>
              <a:t> </a:t>
            </a:r>
            <a:r>
              <a:rPr lang="fr-FR" b="1" dirty="0" err="1"/>
              <a:t>Similarity</a:t>
            </a:r>
            <a:r>
              <a:rPr lang="fr-FR" dirty="0"/>
              <a:t>. Cela compare mathématiquement le profil du candidat avec les exigences de l'offre d'emploi. </a:t>
            </a:r>
          </a:p>
          <a:p>
            <a:pPr marL="158750" indent="0" algn="just">
              <a:buFont typeface="+mj-lt"/>
              <a:buNone/>
            </a:pPr>
            <a:r>
              <a:rPr lang="fr-FR" dirty="0"/>
              <a:t>Grâce à cette technologie, le tri des CV devient instantané et beaucoup plus précis.</a:t>
            </a:r>
          </a:p>
        </p:txBody>
      </p:sp>
    </p:spTree>
    <p:extLst>
      <p:ext uri="{BB962C8B-B14F-4D97-AF65-F5344CB8AC3E}">
        <p14:creationId xmlns:p14="http://schemas.microsoft.com/office/powerpoint/2010/main" val="3328380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ad73984ffc_0_15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ad73984ffc_0_15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6299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ad8999aef1_0_155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1" name="Google Shape;901;gad8999aef1_0_155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Passons maintenant à la partie technique. Pour construire ce système, j'ai utilisé une architecture moderne :</a:t>
            </a:r>
          </a:p>
          <a:p>
            <a:pPr lvl="1">
              <a:buFont typeface="+mj-lt"/>
              <a:buAutoNum type="arabicPeriod"/>
            </a:pPr>
            <a:r>
              <a:rPr lang="fr-FR" b="1" dirty="0"/>
              <a:t>Pour le Backend :</a:t>
            </a:r>
            <a:r>
              <a:rPr lang="fr-FR" dirty="0"/>
              <a:t> J'ai utilisé </a:t>
            </a:r>
            <a:r>
              <a:rPr lang="fr-FR" b="1" dirty="0"/>
              <a:t>Django REST Framework</a:t>
            </a:r>
            <a:r>
              <a:rPr lang="fr-FR" dirty="0"/>
              <a:t>. C'est un outil très puissant en Python pour créer une API sécurisée. J'ai utilisé </a:t>
            </a:r>
            <a:r>
              <a:rPr lang="fr-FR" b="1" dirty="0" err="1"/>
              <a:t>PyCharm</a:t>
            </a:r>
            <a:r>
              <a:rPr lang="fr-FR" dirty="0"/>
              <a:t> comme environnement de développement, car il m'a permis d'organiser mon code et de travailler très efficacement.</a:t>
            </a:r>
          </a:p>
          <a:p>
            <a:pPr marL="914400" marR="0" lvl="1" indent="-298450" algn="l" defTabSz="914400" rtl="0" eaLnBrk="1" fontAlgn="auto" latinLnBrk="0" hangingPunct="1">
              <a:lnSpc>
                <a:spcPct val="100000"/>
              </a:lnSpc>
              <a:spcBef>
                <a:spcPts val="0"/>
              </a:spcBef>
              <a:spcAft>
                <a:spcPts val="0"/>
              </a:spcAft>
              <a:buClr>
                <a:srgbClr val="000000"/>
              </a:buClr>
              <a:buSzPts val="1100"/>
              <a:buFont typeface="+mj-lt"/>
              <a:buAutoNum type="arabicPeriod"/>
              <a:tabLst/>
              <a:defRPr/>
            </a:pPr>
            <a:r>
              <a:rPr lang="fr-FR" b="1" dirty="0"/>
              <a:t>Pour la Base de données :</a:t>
            </a:r>
            <a:r>
              <a:rPr lang="fr-FR" dirty="0"/>
              <a:t> J'ai utilisé </a:t>
            </a:r>
            <a:r>
              <a:rPr lang="fr-FR" b="1" dirty="0"/>
              <a:t>PostgreSQL</a:t>
            </a:r>
            <a:r>
              <a:rPr lang="fr-FR" dirty="0"/>
              <a:t>, et je l'ai administrée avec </a:t>
            </a:r>
            <a:r>
              <a:rPr lang="fr-FR" b="1" dirty="0" err="1"/>
              <a:t>pgAdmin</a:t>
            </a:r>
            <a:r>
              <a:rPr lang="fr-FR" dirty="0"/>
              <a:t>. C'est un ensemble très fiable pour stocker les données des candidats et les gérer de manière professionnelle.</a:t>
            </a:r>
          </a:p>
          <a:p>
            <a:pPr lvl="1">
              <a:buFont typeface="+mj-lt"/>
              <a:buAutoNum type="arabicPeriod"/>
            </a:pPr>
            <a:r>
              <a:rPr lang="fr-FR" b="1" dirty="0"/>
              <a:t>Pour le Frontend Web :</a:t>
            </a:r>
            <a:r>
              <a:rPr lang="fr-FR" dirty="0"/>
              <a:t> J'ai utilisé </a:t>
            </a:r>
            <a:r>
              <a:rPr lang="fr-FR" b="1" dirty="0" err="1"/>
              <a:t>React</a:t>
            </a:r>
            <a:r>
              <a:rPr lang="fr-FR" dirty="0"/>
              <a:t>. C'est un choix idéal pour offrir aux recruteurs un Dashboard dynamique et très réactif.</a:t>
            </a:r>
          </a:p>
          <a:p>
            <a:pPr lvl="1">
              <a:buFont typeface="+mj-lt"/>
              <a:buAutoNum type="arabicPeriod"/>
            </a:pPr>
            <a:r>
              <a:rPr lang="fr-FR" b="1" dirty="0"/>
              <a:t>Pour le Frontend Mobile :</a:t>
            </a:r>
            <a:r>
              <a:rPr lang="fr-FR" dirty="0"/>
              <a:t> J'ai utilisé </a:t>
            </a:r>
            <a:r>
              <a:rPr lang="fr-FR" b="1" dirty="0"/>
              <a:t>Flutter</a:t>
            </a:r>
            <a:r>
              <a:rPr lang="fr-FR" dirty="0"/>
              <a:t>, pour avoir une application mobile fluide pour les directeurs.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3301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ad73984ffc_0_15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ad73984ffc_0_15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1538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2"/>
        <p:cNvGrpSpPr/>
        <p:nvPr/>
      </p:nvGrpSpPr>
      <p:grpSpPr>
        <a:xfrm>
          <a:off x="0" y="0"/>
          <a:ext cx="0" cy="0"/>
          <a:chOff x="0" y="0"/>
          <a:chExt cx="0" cy="0"/>
        </a:xfrm>
      </p:grpSpPr>
      <p:sp>
        <p:nvSpPr>
          <p:cNvPr id="2573" name="Google Shape;2573;gad8999aef1_0_194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4" name="Google Shape;2574;gad8999aef1_0_194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b="1" dirty="0"/>
              <a:t>[Slide 8: L'IA - </a:t>
            </a:r>
            <a:r>
              <a:rPr lang="fr-FR" b="1" dirty="0" err="1"/>
              <a:t>Scoring</a:t>
            </a:r>
            <a:r>
              <a:rPr lang="fr-FR" b="1" dirty="0"/>
              <a:t>]</a:t>
            </a:r>
            <a:r>
              <a:rPr lang="fr-FR" dirty="0"/>
              <a:t> "C'est le cœur du projet. L'algorithme scanne le CV, extrait les compétences, et les compare avec l'offre d'emploi. Le système donne un score de 0 à 100%. Le recruteur voit immédiatement qui est le meilleur."</a:t>
            </a:r>
          </a:p>
          <a:p>
            <a:r>
              <a:rPr lang="fr-FR" b="1" dirty="0"/>
              <a:t>[Slide 9: Démo Web]</a:t>
            </a:r>
            <a:r>
              <a:rPr lang="fr-FR" dirty="0"/>
              <a:t> "Voici le Dashboard Web. Il est destiné aux RH. Ils peuvent voir les statistiques globales et gérer les offres. C'est très visuel et facile à utiliser."</a:t>
            </a:r>
          </a:p>
          <a:p>
            <a:r>
              <a:rPr lang="fr-FR" b="1" dirty="0"/>
              <a:t>[Slide 10: Démo Mobile]</a:t>
            </a:r>
            <a:r>
              <a:rPr lang="fr-FR" dirty="0"/>
              <a:t> "L'application mobile est pour le directeur. Il peut suivre les résultats en temps réel, même s'il n'est pas au bureau. C'est la force de la mobilité."</a:t>
            </a:r>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ad73984ffc_0_15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6" name="Google Shape;506;gad73984ffc_0_15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3607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3"/>
        <p:cNvGrpSpPr/>
        <p:nvPr/>
      </p:nvGrpSpPr>
      <p:grpSpPr>
        <a:xfrm>
          <a:off x="0" y="0"/>
          <a:ext cx="0" cy="0"/>
          <a:chOff x="0" y="0"/>
          <a:chExt cx="0" cy="0"/>
        </a:xfrm>
      </p:grpSpPr>
      <p:sp>
        <p:nvSpPr>
          <p:cNvPr id="2374" name="Google Shape;2374;gad8999aef1_0_2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5" name="Google Shape;2375;gad8999aef1_0_2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En conclusion, ce système réduit le temps de recrutement de </a:t>
            </a:r>
            <a:r>
              <a:rPr lang="fr-FR" b="1" dirty="0"/>
              <a:t>70%</a:t>
            </a:r>
            <a:r>
              <a:rPr lang="fr-FR" dirty="0"/>
              <a:t>. C'est une solution efficace qui transforme la gestion des RH en une expérience digitale.</a:t>
            </a:r>
          </a:p>
          <a:p>
            <a:pPr marL="0" lvl="0" indent="0" algn="l" rtl="0">
              <a:spcBef>
                <a:spcPts val="0"/>
              </a:spcBef>
              <a:spcAft>
                <a:spcPts val="0"/>
              </a:spcAft>
              <a:buNone/>
            </a:pPr>
            <a:endParaRPr lang="fr-FR" dirty="0"/>
          </a:p>
          <a:p>
            <a:pPr marL="0" lvl="0" indent="0" algn="l" rtl="0">
              <a:spcBef>
                <a:spcPts val="0"/>
              </a:spcBef>
              <a:spcAft>
                <a:spcPts val="0"/>
              </a:spcAft>
              <a:buNone/>
            </a:pPr>
            <a:r>
              <a:rPr lang="fr-FR" dirty="0"/>
              <a:t>Merci beaucoup pour votre attention. Je suis maintenant prêt pour vos questions.</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427475" y="1408075"/>
            <a:ext cx="4366200" cy="1745700"/>
          </a:xfrm>
          <a:prstGeom prst="rect">
            <a:avLst/>
          </a:prstGeom>
        </p:spPr>
        <p:txBody>
          <a:bodyPr spcFirstLastPara="1" wrap="square" lIns="91425" tIns="91425" rIns="91425" bIns="91425" anchor="ctr" anchorCtr="0">
            <a:noAutofit/>
          </a:bodyPr>
          <a:lstStyle>
            <a:lvl1pPr lvl="0" algn="r">
              <a:spcBef>
                <a:spcPts val="0"/>
              </a:spcBef>
              <a:spcAft>
                <a:spcPts val="0"/>
              </a:spcAft>
              <a:buSzPts val="52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621025" y="3114400"/>
            <a:ext cx="4172700" cy="4503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grpSp>
        <p:nvGrpSpPr>
          <p:cNvPr id="12" name="Google Shape;12;p2"/>
          <p:cNvGrpSpPr/>
          <p:nvPr/>
        </p:nvGrpSpPr>
        <p:grpSpPr>
          <a:xfrm>
            <a:off x="231225" y="229756"/>
            <a:ext cx="8724000" cy="4217169"/>
            <a:chOff x="231225" y="229756"/>
            <a:chExt cx="8724000" cy="4217169"/>
          </a:xfrm>
        </p:grpSpPr>
        <p:sp>
          <p:nvSpPr>
            <p:cNvPr id="13" name="Google Shape;13;p2"/>
            <p:cNvSpPr/>
            <p:nvPr/>
          </p:nvSpPr>
          <p:spPr>
            <a:xfrm>
              <a:off x="231225" y="3733500"/>
              <a:ext cx="389700" cy="389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358300" y="4152925"/>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383125" y="35504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556445" y="2297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 name="Google Shape;19;p3"/>
          <p:cNvGrpSpPr/>
          <p:nvPr/>
        </p:nvGrpSpPr>
        <p:grpSpPr>
          <a:xfrm flipH="1">
            <a:off x="1076330" y="3499180"/>
            <a:ext cx="6991339" cy="1329929"/>
            <a:chOff x="404800" y="1010238"/>
            <a:chExt cx="8208688" cy="1561500"/>
          </a:xfrm>
        </p:grpSpPr>
        <p:sp>
          <p:nvSpPr>
            <p:cNvPr id="20" name="Google Shape;20;p3"/>
            <p:cNvSpPr/>
            <p:nvPr/>
          </p:nvSpPr>
          <p:spPr>
            <a:xfrm>
              <a:off x="2560391" y="1010238"/>
              <a:ext cx="1189800" cy="1189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rot="10800000">
              <a:off x="8319788" y="1398812"/>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10800000">
              <a:off x="8016563" y="1770163"/>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a:off x="404800" y="2050938"/>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Google Shape;24;p3"/>
          <p:cNvSpPr/>
          <p:nvPr/>
        </p:nvSpPr>
        <p:spPr>
          <a:xfrm flipH="1">
            <a:off x="3408602" y="765505"/>
            <a:ext cx="1013400" cy="10134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3"/>
          <p:cNvGrpSpPr/>
          <p:nvPr/>
        </p:nvGrpSpPr>
        <p:grpSpPr>
          <a:xfrm>
            <a:off x="270750" y="253149"/>
            <a:ext cx="8627325" cy="4089001"/>
            <a:chOff x="270750" y="253149"/>
            <a:chExt cx="8627325" cy="4089001"/>
          </a:xfrm>
        </p:grpSpPr>
        <p:sp>
          <p:nvSpPr>
            <p:cNvPr id="26" name="Google Shape;26;p3"/>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a:off x="8301150" y="40481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6009175" y="2531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8325975" y="33980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Google Shape;31;p3"/>
          <p:cNvSpPr txBox="1">
            <a:spLocks noGrp="1"/>
          </p:cNvSpPr>
          <p:nvPr>
            <p:ph type="title"/>
          </p:nvPr>
        </p:nvSpPr>
        <p:spPr>
          <a:xfrm>
            <a:off x="1887000" y="1732200"/>
            <a:ext cx="5370000" cy="16791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p4"/>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txBox="1">
            <a:spLocks noGrp="1"/>
          </p:cNvSpPr>
          <p:nvPr>
            <p:ph type="title"/>
          </p:nvPr>
        </p:nvSpPr>
        <p:spPr>
          <a:xfrm>
            <a:off x="713225" y="445025"/>
            <a:ext cx="77175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 name="Google Shape;35;p4"/>
          <p:cNvSpPr txBox="1">
            <a:spLocks noGrp="1"/>
          </p:cNvSpPr>
          <p:nvPr>
            <p:ph type="body" idx="1"/>
          </p:nvPr>
        </p:nvSpPr>
        <p:spPr>
          <a:xfrm>
            <a:off x="713225" y="1036775"/>
            <a:ext cx="7717500" cy="33417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Clr>
                <a:srgbClr val="434343"/>
              </a:buClr>
              <a:buSzPts val="1200"/>
              <a:buFont typeface="Livvic"/>
              <a:buAutoNum type="arabicPeriod"/>
              <a:defRPr sz="1200">
                <a:latin typeface="Source Sans Pro"/>
                <a:ea typeface="Source Sans Pro"/>
                <a:cs typeface="Source Sans Pro"/>
                <a:sym typeface="Source Sans Pro"/>
              </a:defRPr>
            </a:lvl1pPr>
            <a:lvl2pPr marL="914400" lvl="1" indent="-304800">
              <a:spcBef>
                <a:spcPts val="0"/>
              </a:spcBef>
              <a:spcAft>
                <a:spcPts val="0"/>
              </a:spcAft>
              <a:buClr>
                <a:srgbClr val="434343"/>
              </a:buClr>
              <a:buSzPts val="1200"/>
              <a:buFont typeface="Roboto Condensed Light"/>
              <a:buAutoNum type="alphaLcPeriod"/>
              <a:defRPr/>
            </a:lvl2pPr>
            <a:lvl3pPr marL="1371600" lvl="2" indent="-304800">
              <a:spcBef>
                <a:spcPts val="0"/>
              </a:spcBef>
              <a:spcAft>
                <a:spcPts val="0"/>
              </a:spcAft>
              <a:buClr>
                <a:srgbClr val="434343"/>
              </a:buClr>
              <a:buSzPts val="1200"/>
              <a:buFont typeface="Roboto Condensed Light"/>
              <a:buAutoNum type="romanLcPeriod"/>
              <a:defRPr/>
            </a:lvl3pPr>
            <a:lvl4pPr marL="1828800" lvl="3" indent="-304800">
              <a:spcBef>
                <a:spcPts val="0"/>
              </a:spcBef>
              <a:spcAft>
                <a:spcPts val="0"/>
              </a:spcAft>
              <a:buClr>
                <a:srgbClr val="434343"/>
              </a:buClr>
              <a:buSzPts val="1200"/>
              <a:buFont typeface="Roboto Condensed Light"/>
              <a:buAutoNum type="arabicPeriod"/>
              <a:defRPr/>
            </a:lvl4pPr>
            <a:lvl5pPr marL="2286000" lvl="4" indent="-304800">
              <a:spcBef>
                <a:spcPts val="0"/>
              </a:spcBef>
              <a:spcAft>
                <a:spcPts val="0"/>
              </a:spcAft>
              <a:buClr>
                <a:srgbClr val="434343"/>
              </a:buClr>
              <a:buSzPts val="1200"/>
              <a:buFont typeface="Roboto Condensed Light"/>
              <a:buAutoNum type="alphaLcPeriod"/>
              <a:defRPr/>
            </a:lvl5pPr>
            <a:lvl6pPr marL="2743200" lvl="5" indent="-304800">
              <a:spcBef>
                <a:spcPts val="0"/>
              </a:spcBef>
              <a:spcAft>
                <a:spcPts val="0"/>
              </a:spcAft>
              <a:buClr>
                <a:srgbClr val="434343"/>
              </a:buClr>
              <a:buSzPts val="1200"/>
              <a:buFont typeface="Roboto Condensed Light"/>
              <a:buAutoNum type="romanLcPeriod"/>
              <a:defRPr/>
            </a:lvl6pPr>
            <a:lvl7pPr marL="3200400" lvl="6" indent="-304800">
              <a:spcBef>
                <a:spcPts val="0"/>
              </a:spcBef>
              <a:spcAft>
                <a:spcPts val="0"/>
              </a:spcAft>
              <a:buClr>
                <a:srgbClr val="434343"/>
              </a:buClr>
              <a:buSzPts val="1200"/>
              <a:buFont typeface="Roboto Condensed Light"/>
              <a:buAutoNum type="arabicPeriod"/>
              <a:defRPr/>
            </a:lvl7pPr>
            <a:lvl8pPr marL="3657600" lvl="7" indent="-304800">
              <a:spcBef>
                <a:spcPts val="0"/>
              </a:spcBef>
              <a:spcAft>
                <a:spcPts val="0"/>
              </a:spcAft>
              <a:buClr>
                <a:srgbClr val="434343"/>
              </a:buClr>
              <a:buSzPts val="1200"/>
              <a:buFont typeface="Roboto Condensed Light"/>
              <a:buAutoNum type="alphaLcPeriod"/>
              <a:defRPr/>
            </a:lvl8pPr>
            <a:lvl9pPr marL="4114800" lvl="8" indent="-304800">
              <a:spcBef>
                <a:spcPts val="0"/>
              </a:spcBef>
              <a:spcAft>
                <a:spcPts val="0"/>
              </a:spcAft>
              <a:buClr>
                <a:srgbClr val="434343"/>
              </a:buClr>
              <a:buSzPts val="1200"/>
              <a:buFont typeface="Roboto Condensed Light"/>
              <a:buAutoNum type="romanLcPeriod"/>
              <a:defRPr/>
            </a:lvl9pPr>
          </a:lstStyle>
          <a:p>
            <a:endParaRPr/>
          </a:p>
        </p:txBody>
      </p:sp>
      <p:grpSp>
        <p:nvGrpSpPr>
          <p:cNvPr id="36" name="Google Shape;36;p4"/>
          <p:cNvGrpSpPr/>
          <p:nvPr/>
        </p:nvGrpSpPr>
        <p:grpSpPr>
          <a:xfrm flipH="1">
            <a:off x="165975" y="229756"/>
            <a:ext cx="8684475" cy="4217169"/>
            <a:chOff x="270750" y="229756"/>
            <a:chExt cx="8684475" cy="4217169"/>
          </a:xfrm>
        </p:grpSpPr>
        <p:sp>
          <p:nvSpPr>
            <p:cNvPr id="37" name="Google Shape;37;p4"/>
            <p:cNvSpPr/>
            <p:nvPr/>
          </p:nvSpPr>
          <p:spPr>
            <a:xfrm>
              <a:off x="270750" y="34005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a:off x="8358300" y="4152925"/>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8383125" y="35504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a:off x="1556445" y="2297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sp>
        <p:nvSpPr>
          <p:cNvPr id="58" name="Google Shape;58;p6"/>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txBox="1">
            <a:spLocks noGrp="1"/>
          </p:cNvSpPr>
          <p:nvPr>
            <p:ph type="title"/>
          </p:nvPr>
        </p:nvSpPr>
        <p:spPr>
          <a:xfrm>
            <a:off x="713225" y="445025"/>
            <a:ext cx="7717500" cy="572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60" name="Google Shape;60;p6"/>
          <p:cNvGrpSpPr/>
          <p:nvPr/>
        </p:nvGrpSpPr>
        <p:grpSpPr>
          <a:xfrm>
            <a:off x="193224" y="250521"/>
            <a:ext cx="8719077" cy="4083144"/>
            <a:chOff x="193224" y="250521"/>
            <a:chExt cx="8719077" cy="4083144"/>
          </a:xfrm>
        </p:grpSpPr>
        <p:sp>
          <p:nvSpPr>
            <p:cNvPr id="61" name="Google Shape;61;p6"/>
            <p:cNvSpPr/>
            <p:nvPr/>
          </p:nvSpPr>
          <p:spPr>
            <a:xfrm>
              <a:off x="193228" y="1109351"/>
              <a:ext cx="470400" cy="4704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a:off x="8291625" y="4138665"/>
              <a:ext cx="194700" cy="195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p:nvPr/>
          </p:nvSpPr>
          <p:spPr>
            <a:xfrm>
              <a:off x="8490521" y="250521"/>
              <a:ext cx="379500" cy="379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a:off x="193224" y="1617493"/>
              <a:ext cx="241500" cy="241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
            <p:cNvSpPr/>
            <p:nvPr/>
          </p:nvSpPr>
          <p:spPr>
            <a:xfrm>
              <a:off x="8532801" y="3929875"/>
              <a:ext cx="379500" cy="379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6"/>
        <p:cNvGrpSpPr/>
        <p:nvPr/>
      </p:nvGrpSpPr>
      <p:grpSpPr>
        <a:xfrm>
          <a:off x="0" y="0"/>
          <a:ext cx="0" cy="0"/>
          <a:chOff x="0" y="0"/>
          <a:chExt cx="0" cy="0"/>
        </a:xfrm>
      </p:grpSpPr>
      <p:sp>
        <p:nvSpPr>
          <p:cNvPr id="67" name="Google Shape;67;p7"/>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7"/>
          <p:cNvSpPr txBox="1">
            <a:spLocks noGrp="1"/>
          </p:cNvSpPr>
          <p:nvPr>
            <p:ph type="title"/>
          </p:nvPr>
        </p:nvSpPr>
        <p:spPr>
          <a:xfrm>
            <a:off x="726376" y="1682650"/>
            <a:ext cx="4238700" cy="615900"/>
          </a:xfrm>
          <a:prstGeom prst="rect">
            <a:avLst/>
          </a:prstGeom>
        </p:spPr>
        <p:txBody>
          <a:bodyPr spcFirstLastPara="1" wrap="square" lIns="91425" tIns="91425" rIns="91425" bIns="91425" anchor="ctr" anchorCtr="0">
            <a:noAutofit/>
          </a:bodyPr>
          <a:lstStyle>
            <a:lvl1pPr lvl="0" algn="l" rtl="0">
              <a:lnSpc>
                <a:spcPct val="100000"/>
              </a:lnSpc>
              <a:spcBef>
                <a:spcPts val="0"/>
              </a:spcBef>
              <a:spcAft>
                <a:spcPts val="0"/>
              </a:spcAft>
              <a:buSzPts val="3600"/>
              <a:buNone/>
              <a:defRPr/>
            </a:lvl1pPr>
            <a:lvl2pPr lvl="1" algn="ctr" rtl="0">
              <a:lnSpc>
                <a:spcPct val="100000"/>
              </a:lnSpc>
              <a:spcBef>
                <a:spcPts val="0"/>
              </a:spcBef>
              <a:spcAft>
                <a:spcPts val="0"/>
              </a:spcAft>
              <a:buSzPts val="3600"/>
              <a:buNone/>
              <a:defRPr sz="3600"/>
            </a:lvl2pPr>
            <a:lvl3pPr lvl="2" algn="ctr" rtl="0">
              <a:lnSpc>
                <a:spcPct val="100000"/>
              </a:lnSpc>
              <a:spcBef>
                <a:spcPts val="0"/>
              </a:spcBef>
              <a:spcAft>
                <a:spcPts val="0"/>
              </a:spcAft>
              <a:buSzPts val="3600"/>
              <a:buNone/>
              <a:defRPr sz="3600"/>
            </a:lvl3pPr>
            <a:lvl4pPr lvl="3" algn="ctr" rtl="0">
              <a:lnSpc>
                <a:spcPct val="100000"/>
              </a:lnSpc>
              <a:spcBef>
                <a:spcPts val="0"/>
              </a:spcBef>
              <a:spcAft>
                <a:spcPts val="0"/>
              </a:spcAft>
              <a:buSzPts val="3600"/>
              <a:buNone/>
              <a:defRPr sz="3600"/>
            </a:lvl4pPr>
            <a:lvl5pPr lvl="4" algn="ctr" rtl="0">
              <a:lnSpc>
                <a:spcPct val="100000"/>
              </a:lnSpc>
              <a:spcBef>
                <a:spcPts val="0"/>
              </a:spcBef>
              <a:spcAft>
                <a:spcPts val="0"/>
              </a:spcAft>
              <a:buSzPts val="3600"/>
              <a:buNone/>
              <a:defRPr sz="3600"/>
            </a:lvl5pPr>
            <a:lvl6pPr lvl="5" algn="ctr" rtl="0">
              <a:lnSpc>
                <a:spcPct val="100000"/>
              </a:lnSpc>
              <a:spcBef>
                <a:spcPts val="0"/>
              </a:spcBef>
              <a:spcAft>
                <a:spcPts val="0"/>
              </a:spcAft>
              <a:buSzPts val="3600"/>
              <a:buNone/>
              <a:defRPr sz="3600"/>
            </a:lvl6pPr>
            <a:lvl7pPr lvl="6" algn="ctr" rtl="0">
              <a:lnSpc>
                <a:spcPct val="100000"/>
              </a:lnSpc>
              <a:spcBef>
                <a:spcPts val="0"/>
              </a:spcBef>
              <a:spcAft>
                <a:spcPts val="0"/>
              </a:spcAft>
              <a:buSzPts val="3600"/>
              <a:buNone/>
              <a:defRPr sz="3600"/>
            </a:lvl7pPr>
            <a:lvl8pPr lvl="7" algn="ctr" rtl="0">
              <a:lnSpc>
                <a:spcPct val="100000"/>
              </a:lnSpc>
              <a:spcBef>
                <a:spcPts val="0"/>
              </a:spcBef>
              <a:spcAft>
                <a:spcPts val="0"/>
              </a:spcAft>
              <a:buSzPts val="3600"/>
              <a:buNone/>
              <a:defRPr sz="3600"/>
            </a:lvl8pPr>
            <a:lvl9pPr lvl="8" algn="ctr" rtl="0">
              <a:lnSpc>
                <a:spcPct val="100000"/>
              </a:lnSpc>
              <a:spcBef>
                <a:spcPts val="0"/>
              </a:spcBef>
              <a:spcAft>
                <a:spcPts val="0"/>
              </a:spcAft>
              <a:buSzPts val="3600"/>
              <a:buNone/>
              <a:defRPr sz="3600"/>
            </a:lvl9pPr>
          </a:lstStyle>
          <a:p>
            <a:endParaRPr/>
          </a:p>
        </p:txBody>
      </p:sp>
      <p:sp>
        <p:nvSpPr>
          <p:cNvPr id="69" name="Google Shape;69;p7"/>
          <p:cNvSpPr txBox="1">
            <a:spLocks noGrp="1"/>
          </p:cNvSpPr>
          <p:nvPr>
            <p:ph type="subTitle" idx="1"/>
          </p:nvPr>
        </p:nvSpPr>
        <p:spPr>
          <a:xfrm>
            <a:off x="726375" y="2297850"/>
            <a:ext cx="4238700" cy="85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grpSp>
        <p:nvGrpSpPr>
          <p:cNvPr id="70" name="Google Shape;70;p7"/>
          <p:cNvGrpSpPr/>
          <p:nvPr/>
        </p:nvGrpSpPr>
        <p:grpSpPr>
          <a:xfrm rot="10800000" flipH="1">
            <a:off x="270750" y="405549"/>
            <a:ext cx="8627325" cy="3828376"/>
            <a:chOff x="270750" y="361374"/>
            <a:chExt cx="8627325" cy="3828376"/>
          </a:xfrm>
        </p:grpSpPr>
        <p:sp>
          <p:nvSpPr>
            <p:cNvPr id="71" name="Google Shape;71;p7"/>
            <p:cNvSpPr/>
            <p:nvPr/>
          </p:nvSpPr>
          <p:spPr>
            <a:xfrm>
              <a:off x="669525" y="361374"/>
              <a:ext cx="909600" cy="9096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270750" y="30195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8529750" y="38957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8325975" y="29408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7"/>
            <p:cNvSpPr/>
            <p:nvPr/>
          </p:nvSpPr>
          <p:spPr>
            <a:xfrm>
              <a:off x="1708845" y="4583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8"/>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txBox="1">
            <a:spLocks noGrp="1"/>
          </p:cNvSpPr>
          <p:nvPr>
            <p:ph type="title"/>
          </p:nvPr>
        </p:nvSpPr>
        <p:spPr>
          <a:xfrm>
            <a:off x="1388100" y="5263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79" name="Google Shape;79;p8"/>
          <p:cNvGrpSpPr/>
          <p:nvPr/>
        </p:nvGrpSpPr>
        <p:grpSpPr>
          <a:xfrm rot="10800000" flipH="1">
            <a:off x="1101156" y="253149"/>
            <a:ext cx="7611770" cy="2949179"/>
            <a:chOff x="404800" y="-890960"/>
            <a:chExt cx="8937149" cy="3462697"/>
          </a:xfrm>
        </p:grpSpPr>
        <p:sp>
          <p:nvSpPr>
            <p:cNvPr id="80" name="Google Shape;80;p8"/>
            <p:cNvSpPr/>
            <p:nvPr/>
          </p:nvSpPr>
          <p:spPr>
            <a:xfrm>
              <a:off x="8152149" y="-890960"/>
              <a:ext cx="1189800" cy="1189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rot="10800000">
              <a:off x="8319788" y="1398812"/>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10800000">
              <a:off x="8016563" y="1770163"/>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404800" y="2050938"/>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rot="10800000" flipH="1">
            <a:off x="4746823" y="3303353"/>
            <a:ext cx="1013400" cy="10134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rot="10800000">
            <a:off x="270750" y="740109"/>
            <a:ext cx="8627325" cy="4089001"/>
            <a:chOff x="270750" y="253149"/>
            <a:chExt cx="8627325" cy="4089001"/>
          </a:xfrm>
        </p:grpSpPr>
        <p:sp>
          <p:nvSpPr>
            <p:cNvPr id="86" name="Google Shape;86;p8"/>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8301150" y="40481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009175" y="2531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8"/>
            <p:cNvSpPr/>
            <p:nvPr/>
          </p:nvSpPr>
          <p:spPr>
            <a:xfrm>
              <a:off x="8325975" y="33980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8"/>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1"/>
        <p:cNvGrpSpPr/>
        <p:nvPr/>
      </p:nvGrpSpPr>
      <p:grpSpPr>
        <a:xfrm>
          <a:off x="0" y="0"/>
          <a:ext cx="0" cy="0"/>
          <a:chOff x="0" y="0"/>
          <a:chExt cx="0" cy="0"/>
        </a:xfrm>
      </p:grpSpPr>
      <p:sp>
        <p:nvSpPr>
          <p:cNvPr id="102" name="Google Shape;102;p10"/>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 name="Google Shape;103;p10"/>
          <p:cNvGrpSpPr/>
          <p:nvPr/>
        </p:nvGrpSpPr>
        <p:grpSpPr>
          <a:xfrm>
            <a:off x="270750" y="305956"/>
            <a:ext cx="7172425" cy="3514294"/>
            <a:chOff x="270750" y="305956"/>
            <a:chExt cx="7172425" cy="3514294"/>
          </a:xfrm>
        </p:grpSpPr>
        <p:sp>
          <p:nvSpPr>
            <p:cNvPr id="104" name="Google Shape;104;p10"/>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a:off x="6871075" y="445024"/>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10"/>
          <p:cNvSpPr txBox="1">
            <a:spLocks noGrp="1"/>
          </p:cNvSpPr>
          <p:nvPr>
            <p:ph type="body" idx="1"/>
          </p:nvPr>
        </p:nvSpPr>
        <p:spPr>
          <a:xfrm>
            <a:off x="1064175" y="3620975"/>
            <a:ext cx="35079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1"/>
              </a:buClr>
              <a:buSzPts val="1800"/>
              <a:buFont typeface="Poppins ExtraBold"/>
              <a:buNone/>
              <a:defRPr>
                <a:solidFill>
                  <a:schemeClr val="dk1"/>
                </a:solidFill>
                <a:latin typeface="Poppins ExtraBold"/>
                <a:ea typeface="Poppins ExtraBold"/>
                <a:cs typeface="Poppins ExtraBold"/>
                <a:sym typeface="Poppins ExtraBold"/>
              </a:defRPr>
            </a:lvl1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8"/>
        <p:cNvGrpSpPr/>
        <p:nvPr/>
      </p:nvGrpSpPr>
      <p:grpSpPr>
        <a:xfrm>
          <a:off x="0" y="0"/>
          <a:ext cx="0" cy="0"/>
          <a:chOff x="0" y="0"/>
          <a:chExt cx="0" cy="0"/>
        </a:xfrm>
      </p:grpSpPr>
      <p:sp>
        <p:nvSpPr>
          <p:cNvPr id="109" name="Google Shape;109;p11"/>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txBox="1">
            <a:spLocks noGrp="1"/>
          </p:cNvSpPr>
          <p:nvPr>
            <p:ph type="title" hasCustomPrompt="1"/>
          </p:nvPr>
        </p:nvSpPr>
        <p:spPr>
          <a:xfrm>
            <a:off x="2616450" y="1487125"/>
            <a:ext cx="3911100" cy="14832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10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1" name="Google Shape;111;p11"/>
          <p:cNvSpPr txBox="1">
            <a:spLocks noGrp="1"/>
          </p:cNvSpPr>
          <p:nvPr>
            <p:ph type="body" idx="1"/>
          </p:nvPr>
        </p:nvSpPr>
        <p:spPr>
          <a:xfrm>
            <a:off x="1821000" y="2923625"/>
            <a:ext cx="5502000" cy="446700"/>
          </a:xfrm>
          <a:prstGeom prst="rect">
            <a:avLst/>
          </a:prstGeom>
        </p:spPr>
        <p:txBody>
          <a:bodyPr spcFirstLastPara="1" wrap="square" lIns="91425" tIns="91425" rIns="91425" bIns="91425" anchor="ctr" anchorCtr="0">
            <a:no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grpSp>
        <p:nvGrpSpPr>
          <p:cNvPr id="112" name="Google Shape;112;p11"/>
          <p:cNvGrpSpPr/>
          <p:nvPr/>
        </p:nvGrpSpPr>
        <p:grpSpPr>
          <a:xfrm>
            <a:off x="270750" y="253149"/>
            <a:ext cx="8627325" cy="4089001"/>
            <a:chOff x="270750" y="253149"/>
            <a:chExt cx="8627325" cy="4089001"/>
          </a:xfrm>
        </p:grpSpPr>
        <p:sp>
          <p:nvSpPr>
            <p:cNvPr id="113" name="Google Shape;113;p11"/>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8301150" y="40481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a:off x="6009175" y="2531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a:off x="8325975" y="33980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18"/>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244"/>
        <p:cNvGrpSpPr/>
        <p:nvPr/>
      </p:nvGrpSpPr>
      <p:grpSpPr>
        <a:xfrm>
          <a:off x="0" y="0"/>
          <a:ext cx="0" cy="0"/>
          <a:chOff x="0" y="0"/>
          <a:chExt cx="0" cy="0"/>
        </a:xfrm>
      </p:grpSpPr>
      <p:sp>
        <p:nvSpPr>
          <p:cNvPr id="245" name="Google Shape;245;p21"/>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1"/>
          <p:cNvSpPr txBox="1">
            <a:spLocks noGrp="1"/>
          </p:cNvSpPr>
          <p:nvPr>
            <p:ph type="title"/>
          </p:nvPr>
        </p:nvSpPr>
        <p:spPr>
          <a:xfrm>
            <a:off x="713225" y="445025"/>
            <a:ext cx="7717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247" name="Google Shape;247;p21"/>
          <p:cNvGrpSpPr/>
          <p:nvPr/>
        </p:nvGrpSpPr>
        <p:grpSpPr>
          <a:xfrm flipH="1">
            <a:off x="466113" y="283325"/>
            <a:ext cx="8310488" cy="4058138"/>
            <a:chOff x="270750" y="369050"/>
            <a:chExt cx="8310488" cy="4058138"/>
          </a:xfrm>
        </p:grpSpPr>
        <p:sp>
          <p:nvSpPr>
            <p:cNvPr id="248" name="Google Shape;248;p21"/>
            <p:cNvSpPr/>
            <p:nvPr/>
          </p:nvSpPr>
          <p:spPr>
            <a:xfrm>
              <a:off x="622525" y="369050"/>
              <a:ext cx="896100" cy="896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1"/>
            <p:cNvSpPr/>
            <p:nvPr/>
          </p:nvSpPr>
          <p:spPr>
            <a:xfrm>
              <a:off x="270750" y="2638875"/>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1"/>
            <p:cNvSpPr/>
            <p:nvPr/>
          </p:nvSpPr>
          <p:spPr>
            <a:xfrm rot="10800000">
              <a:off x="8287538" y="3923537"/>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1"/>
            <p:cNvSpPr/>
            <p:nvPr/>
          </p:nvSpPr>
          <p:spPr>
            <a:xfrm>
              <a:off x="7891375" y="14944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1"/>
            <p:cNvSpPr/>
            <p:nvPr/>
          </p:nvSpPr>
          <p:spPr>
            <a:xfrm rot="10800000">
              <a:off x="7637888" y="3854488"/>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1"/>
            <p:cNvSpPr/>
            <p:nvPr/>
          </p:nvSpPr>
          <p:spPr>
            <a:xfrm>
              <a:off x="2194400" y="3402713"/>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1"/>
            <p:cNvSpPr/>
            <p:nvPr/>
          </p:nvSpPr>
          <p:spPr>
            <a:xfrm>
              <a:off x="6692981" y="897169"/>
              <a:ext cx="274200" cy="2745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1"/>
            <p:cNvSpPr/>
            <p:nvPr/>
          </p:nvSpPr>
          <p:spPr>
            <a:xfrm>
              <a:off x="1661220" y="625231"/>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1">
  <p:cSld name="TITLE_ONLY_1_2">
    <p:spTree>
      <p:nvGrpSpPr>
        <p:cNvPr id="1" name="Shape 292"/>
        <p:cNvGrpSpPr/>
        <p:nvPr/>
      </p:nvGrpSpPr>
      <p:grpSpPr>
        <a:xfrm>
          <a:off x="0" y="0"/>
          <a:ext cx="0" cy="0"/>
          <a:chOff x="0" y="0"/>
          <a:chExt cx="0" cy="0"/>
        </a:xfrm>
      </p:grpSpPr>
      <p:sp>
        <p:nvSpPr>
          <p:cNvPr id="293" name="Google Shape;293;p25"/>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4" name="Google Shape;294;p25"/>
          <p:cNvGrpSpPr/>
          <p:nvPr/>
        </p:nvGrpSpPr>
        <p:grpSpPr>
          <a:xfrm flipH="1">
            <a:off x="466113" y="283325"/>
            <a:ext cx="8310488" cy="4058138"/>
            <a:chOff x="270750" y="369050"/>
            <a:chExt cx="8310488" cy="4058138"/>
          </a:xfrm>
        </p:grpSpPr>
        <p:sp>
          <p:nvSpPr>
            <p:cNvPr id="295" name="Google Shape;295;p25"/>
            <p:cNvSpPr/>
            <p:nvPr/>
          </p:nvSpPr>
          <p:spPr>
            <a:xfrm>
              <a:off x="622525" y="369050"/>
              <a:ext cx="896100" cy="896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5"/>
            <p:cNvSpPr/>
            <p:nvPr/>
          </p:nvSpPr>
          <p:spPr>
            <a:xfrm>
              <a:off x="270750" y="2638875"/>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5"/>
            <p:cNvSpPr/>
            <p:nvPr/>
          </p:nvSpPr>
          <p:spPr>
            <a:xfrm rot="10800000">
              <a:off x="8287538" y="3923537"/>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5"/>
            <p:cNvSpPr/>
            <p:nvPr/>
          </p:nvSpPr>
          <p:spPr>
            <a:xfrm>
              <a:off x="7891375" y="14944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5"/>
            <p:cNvSpPr/>
            <p:nvPr/>
          </p:nvSpPr>
          <p:spPr>
            <a:xfrm rot="10800000">
              <a:off x="7637888" y="3854488"/>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5"/>
            <p:cNvSpPr/>
            <p:nvPr/>
          </p:nvSpPr>
          <p:spPr>
            <a:xfrm>
              <a:off x="2194400" y="3402713"/>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5"/>
            <p:cNvSpPr/>
            <p:nvPr/>
          </p:nvSpPr>
          <p:spPr>
            <a:xfrm>
              <a:off x="6692981" y="897169"/>
              <a:ext cx="274200" cy="2745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5"/>
            <p:cNvSpPr/>
            <p:nvPr/>
          </p:nvSpPr>
          <p:spPr>
            <a:xfrm>
              <a:off x="1661220" y="625231"/>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2">
  <p:cSld name="TITLE_ONLY_1_1_2">
    <p:spTree>
      <p:nvGrpSpPr>
        <p:cNvPr id="1" name="Shape 303"/>
        <p:cNvGrpSpPr/>
        <p:nvPr/>
      </p:nvGrpSpPr>
      <p:grpSpPr>
        <a:xfrm>
          <a:off x="0" y="0"/>
          <a:ext cx="0" cy="0"/>
          <a:chOff x="0" y="0"/>
          <a:chExt cx="0" cy="0"/>
        </a:xfrm>
      </p:grpSpPr>
      <p:sp>
        <p:nvSpPr>
          <p:cNvPr id="304" name="Google Shape;304;p26"/>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5" name="Google Shape;305;p26"/>
          <p:cNvGrpSpPr/>
          <p:nvPr/>
        </p:nvGrpSpPr>
        <p:grpSpPr>
          <a:xfrm flipH="1">
            <a:off x="366000" y="253149"/>
            <a:ext cx="8563397" cy="4105938"/>
            <a:chOff x="536166" y="253149"/>
            <a:chExt cx="8563397" cy="4105938"/>
          </a:xfrm>
        </p:grpSpPr>
        <p:sp>
          <p:nvSpPr>
            <p:cNvPr id="306" name="Google Shape;306;p26"/>
            <p:cNvSpPr/>
            <p:nvPr/>
          </p:nvSpPr>
          <p:spPr>
            <a:xfrm>
              <a:off x="536166" y="349650"/>
              <a:ext cx="860700" cy="860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6"/>
            <p:cNvSpPr/>
            <p:nvPr/>
          </p:nvSpPr>
          <p:spPr>
            <a:xfrm>
              <a:off x="723100" y="313160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6"/>
            <p:cNvSpPr/>
            <p:nvPr/>
          </p:nvSpPr>
          <p:spPr>
            <a:xfrm rot="10800000">
              <a:off x="8805863" y="3531662"/>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6"/>
            <p:cNvSpPr/>
            <p:nvPr/>
          </p:nvSpPr>
          <p:spPr>
            <a:xfrm>
              <a:off x="8466300" y="2531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6"/>
            <p:cNvSpPr/>
            <p:nvPr/>
          </p:nvSpPr>
          <p:spPr>
            <a:xfrm rot="10800000">
              <a:off x="8272438" y="3786388"/>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6"/>
            <p:cNvSpPr/>
            <p:nvPr/>
          </p:nvSpPr>
          <p:spPr>
            <a:xfrm>
              <a:off x="3585300" y="2542838"/>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6"/>
            <p:cNvSpPr/>
            <p:nvPr/>
          </p:nvSpPr>
          <p:spPr>
            <a:xfrm>
              <a:off x="5778038" y="1319738"/>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6"/>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3">
  <p:cSld name="TITLE_ONLY_1_1_1_1">
    <p:spTree>
      <p:nvGrpSpPr>
        <p:cNvPr id="1" name="Shape 314"/>
        <p:cNvGrpSpPr/>
        <p:nvPr/>
      </p:nvGrpSpPr>
      <p:grpSpPr>
        <a:xfrm>
          <a:off x="0" y="0"/>
          <a:ext cx="0" cy="0"/>
          <a:chOff x="0" y="0"/>
          <a:chExt cx="0" cy="0"/>
        </a:xfrm>
      </p:grpSpPr>
      <p:sp>
        <p:nvSpPr>
          <p:cNvPr id="315" name="Google Shape;315;p27"/>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6" name="Google Shape;316;p27"/>
          <p:cNvGrpSpPr/>
          <p:nvPr/>
        </p:nvGrpSpPr>
        <p:grpSpPr>
          <a:xfrm flipH="1">
            <a:off x="290300" y="219124"/>
            <a:ext cx="8687224" cy="4649838"/>
            <a:chOff x="412338" y="27249"/>
            <a:chExt cx="8687224" cy="4649838"/>
          </a:xfrm>
        </p:grpSpPr>
        <p:sp>
          <p:nvSpPr>
            <p:cNvPr id="317" name="Google Shape;317;p27"/>
            <p:cNvSpPr/>
            <p:nvPr/>
          </p:nvSpPr>
          <p:spPr>
            <a:xfrm>
              <a:off x="412338" y="904050"/>
              <a:ext cx="687300" cy="6873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7"/>
            <p:cNvSpPr/>
            <p:nvPr/>
          </p:nvSpPr>
          <p:spPr>
            <a:xfrm>
              <a:off x="959150" y="39782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7"/>
            <p:cNvSpPr/>
            <p:nvPr/>
          </p:nvSpPr>
          <p:spPr>
            <a:xfrm rot="10800000">
              <a:off x="8805863" y="3531662"/>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7"/>
            <p:cNvSpPr/>
            <p:nvPr/>
          </p:nvSpPr>
          <p:spPr>
            <a:xfrm>
              <a:off x="7399500" y="272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7"/>
            <p:cNvSpPr/>
            <p:nvPr/>
          </p:nvSpPr>
          <p:spPr>
            <a:xfrm rot="10800000">
              <a:off x="8272438" y="3786388"/>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7"/>
            <p:cNvSpPr/>
            <p:nvPr/>
          </p:nvSpPr>
          <p:spPr>
            <a:xfrm>
              <a:off x="6661875" y="4156288"/>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7"/>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4">
  <p:cSld name="CUSTOM_2_1">
    <p:spTree>
      <p:nvGrpSpPr>
        <p:cNvPr id="1" name="Shape 324"/>
        <p:cNvGrpSpPr/>
        <p:nvPr/>
      </p:nvGrpSpPr>
      <p:grpSpPr>
        <a:xfrm>
          <a:off x="0" y="0"/>
          <a:ext cx="0" cy="0"/>
          <a:chOff x="0" y="0"/>
          <a:chExt cx="0" cy="0"/>
        </a:xfrm>
      </p:grpSpPr>
      <p:sp>
        <p:nvSpPr>
          <p:cNvPr id="325" name="Google Shape;325;p28"/>
          <p:cNvSpPr/>
          <p:nvPr/>
        </p:nvSpPr>
        <p:spPr>
          <a:xfrm>
            <a:off x="101850" y="121950"/>
            <a:ext cx="8940300" cy="4899600"/>
          </a:xfrm>
          <a:prstGeom prst="roundRect">
            <a:avLst>
              <a:gd name="adj" fmla="val 7908"/>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 name="Google Shape;326;p28"/>
          <p:cNvGrpSpPr/>
          <p:nvPr/>
        </p:nvGrpSpPr>
        <p:grpSpPr>
          <a:xfrm>
            <a:off x="270750" y="-561264"/>
            <a:ext cx="8627325" cy="4964025"/>
            <a:chOff x="270750" y="-561264"/>
            <a:chExt cx="8627325" cy="4964025"/>
          </a:xfrm>
        </p:grpSpPr>
        <p:grpSp>
          <p:nvGrpSpPr>
            <p:cNvPr id="327" name="Google Shape;327;p28"/>
            <p:cNvGrpSpPr/>
            <p:nvPr/>
          </p:nvGrpSpPr>
          <p:grpSpPr>
            <a:xfrm rot="10800000" flipH="1">
              <a:off x="270750" y="253149"/>
              <a:ext cx="8627325" cy="4149612"/>
              <a:chOff x="270750" y="192538"/>
              <a:chExt cx="8627325" cy="4149612"/>
            </a:xfrm>
          </p:grpSpPr>
          <p:sp>
            <p:nvSpPr>
              <p:cNvPr id="328" name="Google Shape;328;p28"/>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8"/>
              <p:cNvSpPr/>
              <p:nvPr/>
            </p:nvSpPr>
            <p:spPr>
              <a:xfrm>
                <a:off x="8301150" y="40481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8"/>
              <p:cNvSpPr/>
              <p:nvPr/>
            </p:nvSpPr>
            <p:spPr>
              <a:xfrm>
                <a:off x="7218275" y="360574"/>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8"/>
              <p:cNvSpPr/>
              <p:nvPr/>
            </p:nvSpPr>
            <p:spPr>
              <a:xfrm>
                <a:off x="8325975" y="2965824"/>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8"/>
              <p:cNvSpPr/>
              <p:nvPr/>
            </p:nvSpPr>
            <p:spPr>
              <a:xfrm>
                <a:off x="817013" y="192538"/>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8"/>
              <p:cNvSpPr/>
              <p:nvPr/>
            </p:nvSpPr>
            <p:spPr>
              <a:xfrm>
                <a:off x="1337220" y="25070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4" name="Google Shape;334;p28"/>
            <p:cNvSpPr/>
            <p:nvPr/>
          </p:nvSpPr>
          <p:spPr>
            <a:xfrm rot="-10244201">
              <a:off x="1290109" y="-473041"/>
              <a:ext cx="1192755" cy="1192755"/>
            </a:xfrm>
            <a:prstGeom prst="blockArc">
              <a:avLst>
                <a:gd name="adj1" fmla="val 10247770"/>
                <a:gd name="adj2" fmla="val 21057893"/>
                <a:gd name="adj3" fmla="val 129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2pPr>
            <a:lvl3pPr lvl="2" algn="ctr">
              <a:lnSpc>
                <a:spcPct val="100000"/>
              </a:lnSpc>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3pPr>
            <a:lvl4pPr lvl="3" algn="ctr">
              <a:lnSpc>
                <a:spcPct val="100000"/>
              </a:lnSpc>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4pPr>
            <a:lvl5pPr lvl="4" algn="ctr">
              <a:lnSpc>
                <a:spcPct val="100000"/>
              </a:lnSpc>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5pPr>
            <a:lvl6pPr lvl="5" algn="ctr">
              <a:lnSpc>
                <a:spcPct val="100000"/>
              </a:lnSpc>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6pPr>
            <a:lvl7pPr lvl="6" algn="ctr">
              <a:lnSpc>
                <a:spcPct val="100000"/>
              </a:lnSpc>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7pPr>
            <a:lvl8pPr lvl="7" algn="ctr">
              <a:lnSpc>
                <a:spcPct val="100000"/>
              </a:lnSpc>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8pPr>
            <a:lvl9pPr lvl="8" algn="ctr">
              <a:lnSpc>
                <a:spcPct val="100000"/>
              </a:lnSpc>
              <a:spcBef>
                <a:spcPts val="0"/>
              </a:spcBef>
              <a:spcAft>
                <a:spcPts val="0"/>
              </a:spcAft>
              <a:buClr>
                <a:schemeClr val="dk1"/>
              </a:buClr>
              <a:buSzPts val="2800"/>
              <a:buFont typeface="Poppins ExtraBold"/>
              <a:buNone/>
              <a:defRPr sz="2800">
                <a:solidFill>
                  <a:schemeClr val="dk1"/>
                </a:solidFill>
                <a:latin typeface="Poppins ExtraBold"/>
                <a:ea typeface="Poppins ExtraBold"/>
                <a:cs typeface="Poppins ExtraBold"/>
                <a:sym typeface="Poppins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ctr" anchorCtr="0">
            <a:noAutofit/>
          </a:bodyPr>
          <a:lstStyle>
            <a:lvl1pPr marL="457200" lvl="0" indent="-342900">
              <a:lnSpc>
                <a:spcPct val="100000"/>
              </a:lnSpc>
              <a:spcBef>
                <a:spcPts val="0"/>
              </a:spcBef>
              <a:spcAft>
                <a:spcPts val="0"/>
              </a:spcAft>
              <a:buClr>
                <a:schemeClr val="dk2"/>
              </a:buClr>
              <a:buSzPts val="1800"/>
              <a:buFont typeface="Libre Franklin"/>
              <a:buChar char="●"/>
              <a:defRPr sz="1800">
                <a:solidFill>
                  <a:schemeClr val="dk2"/>
                </a:solidFill>
                <a:latin typeface="Libre Franklin"/>
                <a:ea typeface="Libre Franklin"/>
                <a:cs typeface="Libre Franklin"/>
                <a:sym typeface="Libre Franklin"/>
              </a:defRPr>
            </a:lvl1pPr>
            <a:lvl2pPr marL="914400" lvl="1" indent="-317500">
              <a:lnSpc>
                <a:spcPct val="100000"/>
              </a:lnSpc>
              <a:spcBef>
                <a:spcPts val="0"/>
              </a:spcBef>
              <a:spcAft>
                <a:spcPts val="0"/>
              </a:spcAft>
              <a:buClr>
                <a:schemeClr val="dk2"/>
              </a:buClr>
              <a:buSzPts val="1400"/>
              <a:buFont typeface="Libre Franklin"/>
              <a:buChar char="○"/>
              <a:defRPr>
                <a:solidFill>
                  <a:schemeClr val="dk2"/>
                </a:solidFill>
                <a:latin typeface="Libre Franklin"/>
                <a:ea typeface="Libre Franklin"/>
                <a:cs typeface="Libre Franklin"/>
                <a:sym typeface="Libre Franklin"/>
              </a:defRPr>
            </a:lvl2pPr>
            <a:lvl3pPr marL="1371600" lvl="2" indent="-317500">
              <a:lnSpc>
                <a:spcPct val="100000"/>
              </a:lnSpc>
              <a:spcBef>
                <a:spcPts val="0"/>
              </a:spcBef>
              <a:spcAft>
                <a:spcPts val="0"/>
              </a:spcAft>
              <a:buClr>
                <a:schemeClr val="dk2"/>
              </a:buClr>
              <a:buSzPts val="1400"/>
              <a:buFont typeface="Libre Franklin"/>
              <a:buChar char="■"/>
              <a:defRPr>
                <a:solidFill>
                  <a:schemeClr val="dk2"/>
                </a:solidFill>
                <a:latin typeface="Libre Franklin"/>
                <a:ea typeface="Libre Franklin"/>
                <a:cs typeface="Libre Franklin"/>
                <a:sym typeface="Libre Franklin"/>
              </a:defRPr>
            </a:lvl3pPr>
            <a:lvl4pPr marL="1828800" lvl="3" indent="-317500">
              <a:lnSpc>
                <a:spcPct val="100000"/>
              </a:lnSpc>
              <a:spcBef>
                <a:spcPts val="0"/>
              </a:spcBef>
              <a:spcAft>
                <a:spcPts val="0"/>
              </a:spcAft>
              <a:buClr>
                <a:schemeClr val="dk2"/>
              </a:buClr>
              <a:buSzPts val="1400"/>
              <a:buFont typeface="Libre Franklin"/>
              <a:buChar char="●"/>
              <a:defRPr>
                <a:solidFill>
                  <a:schemeClr val="dk2"/>
                </a:solidFill>
                <a:latin typeface="Libre Franklin"/>
                <a:ea typeface="Libre Franklin"/>
                <a:cs typeface="Libre Franklin"/>
                <a:sym typeface="Libre Franklin"/>
              </a:defRPr>
            </a:lvl4pPr>
            <a:lvl5pPr marL="2286000" lvl="4" indent="-317500">
              <a:lnSpc>
                <a:spcPct val="100000"/>
              </a:lnSpc>
              <a:spcBef>
                <a:spcPts val="0"/>
              </a:spcBef>
              <a:spcAft>
                <a:spcPts val="0"/>
              </a:spcAft>
              <a:buClr>
                <a:schemeClr val="dk2"/>
              </a:buClr>
              <a:buSzPts val="1400"/>
              <a:buFont typeface="Libre Franklin"/>
              <a:buChar char="○"/>
              <a:defRPr>
                <a:solidFill>
                  <a:schemeClr val="dk2"/>
                </a:solidFill>
                <a:latin typeface="Libre Franklin"/>
                <a:ea typeface="Libre Franklin"/>
                <a:cs typeface="Libre Franklin"/>
                <a:sym typeface="Libre Franklin"/>
              </a:defRPr>
            </a:lvl5pPr>
            <a:lvl6pPr marL="2743200" lvl="5" indent="-317500">
              <a:lnSpc>
                <a:spcPct val="100000"/>
              </a:lnSpc>
              <a:spcBef>
                <a:spcPts val="0"/>
              </a:spcBef>
              <a:spcAft>
                <a:spcPts val="0"/>
              </a:spcAft>
              <a:buClr>
                <a:schemeClr val="dk2"/>
              </a:buClr>
              <a:buSzPts val="1400"/>
              <a:buFont typeface="Libre Franklin"/>
              <a:buChar char="■"/>
              <a:defRPr>
                <a:solidFill>
                  <a:schemeClr val="dk2"/>
                </a:solidFill>
                <a:latin typeface="Libre Franklin"/>
                <a:ea typeface="Libre Franklin"/>
                <a:cs typeface="Libre Franklin"/>
                <a:sym typeface="Libre Franklin"/>
              </a:defRPr>
            </a:lvl6pPr>
            <a:lvl7pPr marL="3200400" lvl="6" indent="-317500">
              <a:lnSpc>
                <a:spcPct val="100000"/>
              </a:lnSpc>
              <a:spcBef>
                <a:spcPts val="0"/>
              </a:spcBef>
              <a:spcAft>
                <a:spcPts val="0"/>
              </a:spcAft>
              <a:buClr>
                <a:schemeClr val="dk2"/>
              </a:buClr>
              <a:buSzPts val="1400"/>
              <a:buFont typeface="Libre Franklin"/>
              <a:buChar char="●"/>
              <a:defRPr>
                <a:solidFill>
                  <a:schemeClr val="dk2"/>
                </a:solidFill>
                <a:latin typeface="Libre Franklin"/>
                <a:ea typeface="Libre Franklin"/>
                <a:cs typeface="Libre Franklin"/>
                <a:sym typeface="Libre Franklin"/>
              </a:defRPr>
            </a:lvl7pPr>
            <a:lvl8pPr marL="3657600" lvl="7" indent="-317500">
              <a:lnSpc>
                <a:spcPct val="100000"/>
              </a:lnSpc>
              <a:spcBef>
                <a:spcPts val="0"/>
              </a:spcBef>
              <a:spcAft>
                <a:spcPts val="0"/>
              </a:spcAft>
              <a:buClr>
                <a:schemeClr val="dk2"/>
              </a:buClr>
              <a:buSzPts val="1400"/>
              <a:buFont typeface="Libre Franklin"/>
              <a:buChar char="○"/>
              <a:defRPr>
                <a:solidFill>
                  <a:schemeClr val="dk2"/>
                </a:solidFill>
                <a:latin typeface="Libre Franklin"/>
                <a:ea typeface="Libre Franklin"/>
                <a:cs typeface="Libre Franklin"/>
                <a:sym typeface="Libre Franklin"/>
              </a:defRPr>
            </a:lvl8pPr>
            <a:lvl9pPr marL="4114800" lvl="8" indent="-317500">
              <a:lnSpc>
                <a:spcPct val="100000"/>
              </a:lnSpc>
              <a:spcBef>
                <a:spcPts val="0"/>
              </a:spcBef>
              <a:spcAft>
                <a:spcPts val="0"/>
              </a:spcAft>
              <a:buClr>
                <a:schemeClr val="dk2"/>
              </a:buClr>
              <a:buSzPts val="1400"/>
              <a:buFont typeface="Libre Franklin"/>
              <a:buChar char="■"/>
              <a:defRPr>
                <a:solidFill>
                  <a:schemeClr val="dk2"/>
                </a:solidFill>
                <a:latin typeface="Libre Franklin"/>
                <a:ea typeface="Libre Franklin"/>
                <a:cs typeface="Libre Franklin"/>
                <a:sym typeface="Libre Frankli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6" r:id="rId7"/>
    <p:sldLayoutId id="2147483657" r:id="rId8"/>
    <p:sldLayoutId id="2147483658" r:id="rId9"/>
    <p:sldLayoutId id="2147483667" r:id="rId10"/>
    <p:sldLayoutId id="2147483671" r:id="rId11"/>
    <p:sldLayoutId id="2147483672" r:id="rId12"/>
    <p:sldLayoutId id="2147483673" r:id="rId13"/>
    <p:sldLayoutId id="2147483674"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jfif"/><Relationship Id="rId5" Type="http://schemas.openxmlformats.org/officeDocument/2006/relationships/slide" Target="slide15.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openxmlformats.org/officeDocument/2006/relationships/slide" Target="slide10.xml"/><Relationship Id="rId7" Type="http://schemas.openxmlformats.org/officeDocument/2006/relationships/image" Target="../media/image5.png"/><Relationship Id="rId12"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slide" Target="slide4.xml"/><Relationship Id="rId15" Type="http://schemas.openxmlformats.org/officeDocument/2006/relationships/image" Target="../media/image9.png"/><Relationship Id="rId10" Type="http://schemas.openxmlformats.org/officeDocument/2006/relationships/slide" Target="slide2.xml"/><Relationship Id="rId4" Type="http://schemas.openxmlformats.org/officeDocument/2006/relationships/slide" Target="slide15.xml"/><Relationship Id="rId9" Type="http://schemas.openxmlformats.org/officeDocument/2006/relationships/image" Target="../media/image7.png"/><Relationship Id="rId14" Type="http://schemas.openxmlformats.org/officeDocument/2006/relationships/slide" Target="slide3.xml"/></Relationships>
</file>

<file path=ppt/slides/_rels/slide3.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image" Target="../media/image11.png"/><Relationship Id="rId3" Type="http://schemas.openxmlformats.org/officeDocument/2006/relationships/slide" Target="slide2.xml"/><Relationship Id="rId7" Type="http://schemas.openxmlformats.org/officeDocument/2006/relationships/image" Target="../media/image10.png"/><Relationship Id="rId12"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slide" Target="slide15.xml"/><Relationship Id="rId11" Type="http://schemas.openxmlformats.org/officeDocument/2006/relationships/image" Target="../media/image6.png"/><Relationship Id="rId5" Type="http://schemas.openxmlformats.org/officeDocument/2006/relationships/slide" Target="slide10.xml"/><Relationship Id="rId10"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2.jpeg"/><Relationship Id="rId3" Type="http://schemas.openxmlformats.org/officeDocument/2006/relationships/slide" Target="slide10.xml"/><Relationship Id="rId7" Type="http://schemas.openxmlformats.org/officeDocument/2006/relationships/image" Target="../media/image4.png"/><Relationship Id="rId12"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0.png"/><Relationship Id="rId11" Type="http://schemas.openxmlformats.org/officeDocument/2006/relationships/slide" Target="slide2.xml"/><Relationship Id="rId5" Type="http://schemas.openxmlformats.org/officeDocument/2006/relationships/slide" Target="slide4.xml"/><Relationship Id="rId10" Type="http://schemas.openxmlformats.org/officeDocument/2006/relationships/image" Target="../media/image7.png"/><Relationship Id="rId4" Type="http://schemas.openxmlformats.org/officeDocument/2006/relationships/slide" Target="slide15.xml"/><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openxmlformats.org/officeDocument/2006/relationships/slide" Target="slide10.xml"/><Relationship Id="rId7" Type="http://schemas.openxmlformats.org/officeDocument/2006/relationships/image" Target="../media/image5.png"/><Relationship Id="rId12"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slide" Target="slide4.xml"/><Relationship Id="rId15" Type="http://schemas.openxmlformats.org/officeDocument/2006/relationships/image" Target="../media/image9.png"/><Relationship Id="rId10" Type="http://schemas.openxmlformats.org/officeDocument/2006/relationships/slide" Target="slide2.xml"/><Relationship Id="rId4" Type="http://schemas.openxmlformats.org/officeDocument/2006/relationships/slide" Target="slide15.xml"/><Relationship Id="rId9" Type="http://schemas.openxmlformats.org/officeDocument/2006/relationships/image" Target="../media/image7.png"/><Relationship Id="rId14" Type="http://schemas.openxmlformats.org/officeDocument/2006/relationships/slide" Target="slide6.xml"/></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3.png"/><Relationship Id="rId3" Type="http://schemas.openxmlformats.org/officeDocument/2006/relationships/slide" Target="slide11.xml"/><Relationship Id="rId7" Type="http://schemas.openxmlformats.org/officeDocument/2006/relationships/slide" Target="slide15.xml"/><Relationship Id="rId12"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4.png"/><Relationship Id="rId11" Type="http://schemas.openxmlformats.org/officeDocument/2006/relationships/slide" Target="slide2.xml"/><Relationship Id="rId5" Type="http://schemas.openxmlformats.org/officeDocument/2006/relationships/image" Target="../media/image10.png"/><Relationship Id="rId10" Type="http://schemas.openxmlformats.org/officeDocument/2006/relationships/image" Target="../media/image7.png"/><Relationship Id="rId4" Type="http://schemas.openxmlformats.org/officeDocument/2006/relationships/slide" Target="slide7.xml"/><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0.xml"/><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 Id="rId6" Type="http://schemas.openxmlformats.org/officeDocument/2006/relationships/image" Target="../media/image10.png"/><Relationship Id="rId11" Type="http://schemas.openxmlformats.org/officeDocument/2006/relationships/image" Target="../media/image14.png"/><Relationship Id="rId5" Type="http://schemas.openxmlformats.org/officeDocument/2006/relationships/slide" Target="slide7.xml"/><Relationship Id="rId10" Type="http://schemas.openxmlformats.org/officeDocument/2006/relationships/image" Target="../media/image7.png"/><Relationship Id="rId4" Type="http://schemas.openxmlformats.org/officeDocument/2006/relationships/slide" Target="slide15.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0.xml"/><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slide" Target="slide7.xml"/><Relationship Id="rId10" Type="http://schemas.openxmlformats.org/officeDocument/2006/relationships/image" Target="../media/image7.png"/><Relationship Id="rId4" Type="http://schemas.openxmlformats.org/officeDocument/2006/relationships/slide" Target="slide15.xml"/><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10.xml"/><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0.png"/><Relationship Id="rId11" Type="http://schemas.openxmlformats.org/officeDocument/2006/relationships/image" Target="../media/image16.jpg"/><Relationship Id="rId5" Type="http://schemas.openxmlformats.org/officeDocument/2006/relationships/slide" Target="slide7.xml"/><Relationship Id="rId10" Type="http://schemas.openxmlformats.org/officeDocument/2006/relationships/image" Target="../media/image7.png"/><Relationship Id="rId4" Type="http://schemas.openxmlformats.org/officeDocument/2006/relationships/slide" Target="slide15.xml"/><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openxmlformats.org/officeDocument/2006/relationships/slide" Target="slide10.xml"/><Relationship Id="rId7" Type="http://schemas.openxmlformats.org/officeDocument/2006/relationships/image" Target="../media/image5.png"/><Relationship Id="rId12"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slide" Target="slide4.xml"/><Relationship Id="rId15" Type="http://schemas.openxmlformats.org/officeDocument/2006/relationships/image" Target="../media/image9.png"/><Relationship Id="rId10" Type="http://schemas.openxmlformats.org/officeDocument/2006/relationships/slide" Target="slide2.xml"/><Relationship Id="rId4" Type="http://schemas.openxmlformats.org/officeDocument/2006/relationships/slide" Target="slide15.xml"/><Relationship Id="rId9" Type="http://schemas.openxmlformats.org/officeDocument/2006/relationships/image" Target="../media/image7.png"/><Relationship Id="rId14" Type="http://schemas.openxmlformats.org/officeDocument/2006/relationships/slide" Target="slide11.xml"/></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slide" Target="slide13.xml"/><Relationship Id="rId7" Type="http://schemas.openxmlformats.org/officeDocument/2006/relationships/slide" Target="slide15.xml"/><Relationship Id="rId12" Type="http://schemas.openxmlformats.org/officeDocument/2006/relationships/image" Target="../media/image1.png"/><Relationship Id="rId17" Type="http://schemas.openxmlformats.org/officeDocument/2006/relationships/image" Target="../media/image21.png"/><Relationship Id="rId2" Type="http://schemas.openxmlformats.org/officeDocument/2006/relationships/notesSlide" Target="../notesSlides/notesSlide11.xml"/><Relationship Id="rId16" Type="http://schemas.openxmlformats.org/officeDocument/2006/relationships/image" Target="../media/image20.png"/><Relationship Id="rId1" Type="http://schemas.openxmlformats.org/officeDocument/2006/relationships/slideLayout" Target="../slideLayouts/slideLayout10.xml"/><Relationship Id="rId6" Type="http://schemas.openxmlformats.org/officeDocument/2006/relationships/image" Target="../media/image4.png"/><Relationship Id="rId11" Type="http://schemas.openxmlformats.org/officeDocument/2006/relationships/slide" Target="slide2.xml"/><Relationship Id="rId5" Type="http://schemas.openxmlformats.org/officeDocument/2006/relationships/image" Target="../media/image10.png"/><Relationship Id="rId15" Type="http://schemas.openxmlformats.org/officeDocument/2006/relationships/image" Target="../media/image19.png"/><Relationship Id="rId10" Type="http://schemas.openxmlformats.org/officeDocument/2006/relationships/image" Target="../media/image7.png"/><Relationship Id="rId19" Type="http://schemas.openxmlformats.org/officeDocument/2006/relationships/image" Target="../media/image23.png"/><Relationship Id="rId4" Type="http://schemas.openxmlformats.org/officeDocument/2006/relationships/slide" Target="slide7.xml"/><Relationship Id="rId9" Type="http://schemas.openxmlformats.org/officeDocument/2006/relationships/image" Target="../media/image6.png"/><Relationship Id="rId1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3" Type="http://schemas.openxmlformats.org/officeDocument/2006/relationships/slide" Target="slide10.xml"/><Relationship Id="rId7" Type="http://schemas.openxmlformats.org/officeDocument/2006/relationships/image" Target="../media/image5.png"/><Relationship Id="rId12"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slide" Target="slide4.xml"/><Relationship Id="rId15" Type="http://schemas.openxmlformats.org/officeDocument/2006/relationships/image" Target="../media/image9.png"/><Relationship Id="rId10" Type="http://schemas.openxmlformats.org/officeDocument/2006/relationships/slide" Target="slide2.xml"/><Relationship Id="rId4" Type="http://schemas.openxmlformats.org/officeDocument/2006/relationships/slide" Target="slide15.xml"/><Relationship Id="rId9" Type="http://schemas.openxmlformats.org/officeDocument/2006/relationships/image" Target="../media/image7.png"/><Relationship Id="rId14" Type="http://schemas.openxmlformats.org/officeDocument/2006/relationships/slide" Target="slide13.xml"/></Relationships>
</file>

<file path=ppt/slides/_rels/slide13.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hyperlink" Target="http://localhost:3000/espace-candidat" TargetMode="External"/><Relationship Id="rId3" Type="http://schemas.openxmlformats.org/officeDocument/2006/relationships/slide" Target="slide2.xml"/><Relationship Id="rId7" Type="http://schemas.openxmlformats.org/officeDocument/2006/relationships/image" Target="../media/image10.png"/><Relationship Id="rId12"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slide" Target="slide15.xml"/><Relationship Id="rId11" Type="http://schemas.openxmlformats.org/officeDocument/2006/relationships/image" Target="../media/image6.png"/><Relationship Id="rId5" Type="http://schemas.openxmlformats.org/officeDocument/2006/relationships/slide" Target="slide10.xml"/><Relationship Id="rId10"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10.xml"/><Relationship Id="rId7" Type="http://schemas.openxmlformats.org/officeDocument/2006/relationships/image" Target="../media/image5.png"/><Relationship Id="rId12"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slide" Target="slide4.xml"/><Relationship Id="rId10" Type="http://schemas.openxmlformats.org/officeDocument/2006/relationships/slide" Target="slide2.xml"/><Relationship Id="rId4" Type="http://schemas.openxmlformats.org/officeDocument/2006/relationships/slide" Target="slide15.xml"/><Relationship Id="rId9"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slide" Target="slide15.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grpSp>
        <p:nvGrpSpPr>
          <p:cNvPr id="343" name="Google Shape;343;p31"/>
          <p:cNvGrpSpPr/>
          <p:nvPr/>
        </p:nvGrpSpPr>
        <p:grpSpPr>
          <a:xfrm>
            <a:off x="101721" y="4505825"/>
            <a:ext cx="8940558" cy="84600"/>
            <a:chOff x="155346" y="4358775"/>
            <a:chExt cx="8934304" cy="84600"/>
          </a:xfrm>
        </p:grpSpPr>
        <p:cxnSp>
          <p:nvCxnSpPr>
            <p:cNvPr id="344" name="Google Shape;344;p31"/>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345" name="Google Shape;345;p31"/>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6" name="Google Shape;346;p31"/>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pic>
        <p:nvPicPr>
          <p:cNvPr id="351" name="Google Shape;351;p31">
            <a:hlinkClick r:id="rId3" action="ppaction://hlinksldjump"/>
          </p:cNvPr>
          <p:cNvPicPr preferRelativeResize="0"/>
          <p:nvPr/>
        </p:nvPicPr>
        <p:blipFill>
          <a:blip r:embed="rId4">
            <a:alphaModFix/>
          </a:blip>
          <a:stretch>
            <a:fillRect/>
          </a:stretch>
        </p:blipFill>
        <p:spPr>
          <a:xfrm>
            <a:off x="713224" y="585350"/>
            <a:ext cx="360887" cy="260251"/>
          </a:xfrm>
          <a:prstGeom prst="rect">
            <a:avLst/>
          </a:prstGeom>
          <a:noFill/>
          <a:ln>
            <a:noFill/>
          </a:ln>
        </p:spPr>
      </p:pic>
      <p:sp>
        <p:nvSpPr>
          <p:cNvPr id="352" name="Google Shape;352;p31">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1">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sp>
        <p:nvSpPr>
          <p:cNvPr id="358" name="Google Shape;358;p31"/>
          <p:cNvSpPr txBox="1">
            <a:spLocks noGrp="1"/>
          </p:cNvSpPr>
          <p:nvPr>
            <p:ph type="ctrTitle"/>
          </p:nvPr>
        </p:nvSpPr>
        <p:spPr>
          <a:xfrm>
            <a:off x="410348" y="1407901"/>
            <a:ext cx="4366200" cy="2126024"/>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dirty="0"/>
              <a:t>Système de Recrutement Intelligent</a:t>
            </a:r>
            <a:endParaRPr dirty="0"/>
          </a:p>
        </p:txBody>
      </p:sp>
      <p:grpSp>
        <p:nvGrpSpPr>
          <p:cNvPr id="360" name="Google Shape;360;p31"/>
          <p:cNvGrpSpPr/>
          <p:nvPr/>
        </p:nvGrpSpPr>
        <p:grpSpPr>
          <a:xfrm>
            <a:off x="4865767" y="1152801"/>
            <a:ext cx="3860584" cy="2923663"/>
            <a:chOff x="1190200" y="811850"/>
            <a:chExt cx="5212075" cy="3882800"/>
          </a:xfrm>
        </p:grpSpPr>
        <p:sp>
          <p:nvSpPr>
            <p:cNvPr id="361" name="Google Shape;361;p31"/>
            <p:cNvSpPr/>
            <p:nvPr/>
          </p:nvSpPr>
          <p:spPr>
            <a:xfrm>
              <a:off x="1190200" y="4224300"/>
              <a:ext cx="5212075" cy="2525"/>
            </a:xfrm>
            <a:custGeom>
              <a:avLst/>
              <a:gdLst/>
              <a:ahLst/>
              <a:cxnLst/>
              <a:rect l="l" t="t" r="r" b="b"/>
              <a:pathLst>
                <a:path w="208483" h="101" extrusionOk="0">
                  <a:moveTo>
                    <a:pt x="0" y="0"/>
                  </a:moveTo>
                  <a:lnTo>
                    <a:pt x="0" y="101"/>
                  </a:lnTo>
                  <a:lnTo>
                    <a:pt x="208482" y="101"/>
                  </a:lnTo>
                  <a:lnTo>
                    <a:pt x="208482"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1"/>
            <p:cNvSpPr/>
            <p:nvPr/>
          </p:nvSpPr>
          <p:spPr>
            <a:xfrm>
              <a:off x="5534950" y="4391925"/>
              <a:ext cx="345275" cy="2525"/>
            </a:xfrm>
            <a:custGeom>
              <a:avLst/>
              <a:gdLst/>
              <a:ahLst/>
              <a:cxnLst/>
              <a:rect l="l" t="t" r="r" b="b"/>
              <a:pathLst>
                <a:path w="13811" h="101" extrusionOk="0">
                  <a:moveTo>
                    <a:pt x="1" y="0"/>
                  </a:moveTo>
                  <a:lnTo>
                    <a:pt x="1" y="100"/>
                  </a:lnTo>
                  <a:lnTo>
                    <a:pt x="13811" y="100"/>
                  </a:lnTo>
                  <a:lnTo>
                    <a:pt x="13811"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1"/>
            <p:cNvSpPr/>
            <p:nvPr/>
          </p:nvSpPr>
          <p:spPr>
            <a:xfrm>
              <a:off x="4552600" y="4420275"/>
              <a:ext cx="90075" cy="2525"/>
            </a:xfrm>
            <a:custGeom>
              <a:avLst/>
              <a:gdLst/>
              <a:ahLst/>
              <a:cxnLst/>
              <a:rect l="l" t="t" r="r" b="b"/>
              <a:pathLst>
                <a:path w="3603" h="101" extrusionOk="0">
                  <a:moveTo>
                    <a:pt x="0" y="0"/>
                  </a:moveTo>
                  <a:lnTo>
                    <a:pt x="0" y="100"/>
                  </a:lnTo>
                  <a:lnTo>
                    <a:pt x="3603" y="100"/>
                  </a:lnTo>
                  <a:lnTo>
                    <a:pt x="3603"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1"/>
            <p:cNvSpPr/>
            <p:nvPr/>
          </p:nvSpPr>
          <p:spPr>
            <a:xfrm>
              <a:off x="5323975" y="4295175"/>
              <a:ext cx="200175" cy="2525"/>
            </a:xfrm>
            <a:custGeom>
              <a:avLst/>
              <a:gdLst/>
              <a:ahLst/>
              <a:cxnLst/>
              <a:rect l="l" t="t" r="r" b="b"/>
              <a:pathLst>
                <a:path w="8007" h="101" extrusionOk="0">
                  <a:moveTo>
                    <a:pt x="0" y="1"/>
                  </a:moveTo>
                  <a:lnTo>
                    <a:pt x="0" y="101"/>
                  </a:lnTo>
                  <a:lnTo>
                    <a:pt x="8006" y="101"/>
                  </a:lnTo>
                  <a:lnTo>
                    <a:pt x="8006"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1"/>
            <p:cNvSpPr/>
            <p:nvPr/>
          </p:nvSpPr>
          <p:spPr>
            <a:xfrm>
              <a:off x="1737250" y="4312700"/>
              <a:ext cx="450350" cy="2525"/>
            </a:xfrm>
            <a:custGeom>
              <a:avLst/>
              <a:gdLst/>
              <a:ahLst/>
              <a:cxnLst/>
              <a:rect l="l" t="t" r="r" b="b"/>
              <a:pathLst>
                <a:path w="18014" h="101" extrusionOk="0">
                  <a:moveTo>
                    <a:pt x="0" y="0"/>
                  </a:moveTo>
                  <a:lnTo>
                    <a:pt x="0" y="100"/>
                  </a:lnTo>
                  <a:lnTo>
                    <a:pt x="18013" y="100"/>
                  </a:lnTo>
                  <a:lnTo>
                    <a:pt x="18013"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1"/>
            <p:cNvSpPr/>
            <p:nvPr/>
          </p:nvSpPr>
          <p:spPr>
            <a:xfrm>
              <a:off x="2280125" y="4312700"/>
              <a:ext cx="65925" cy="2525"/>
            </a:xfrm>
            <a:custGeom>
              <a:avLst/>
              <a:gdLst/>
              <a:ahLst/>
              <a:cxnLst/>
              <a:rect l="l" t="t" r="r" b="b"/>
              <a:pathLst>
                <a:path w="2637" h="101" extrusionOk="0">
                  <a:moveTo>
                    <a:pt x="1" y="0"/>
                  </a:moveTo>
                  <a:lnTo>
                    <a:pt x="1" y="100"/>
                  </a:lnTo>
                  <a:lnTo>
                    <a:pt x="2636" y="100"/>
                  </a:lnTo>
                  <a:lnTo>
                    <a:pt x="2636"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1"/>
            <p:cNvSpPr/>
            <p:nvPr/>
          </p:nvSpPr>
          <p:spPr>
            <a:xfrm>
              <a:off x="2560325" y="4356900"/>
              <a:ext cx="976575" cy="2525"/>
            </a:xfrm>
            <a:custGeom>
              <a:avLst/>
              <a:gdLst/>
              <a:ahLst/>
              <a:cxnLst/>
              <a:rect l="l" t="t" r="r" b="b"/>
              <a:pathLst>
                <a:path w="39063" h="101" extrusionOk="0">
                  <a:moveTo>
                    <a:pt x="1" y="0"/>
                  </a:moveTo>
                  <a:lnTo>
                    <a:pt x="1" y="100"/>
                  </a:lnTo>
                  <a:lnTo>
                    <a:pt x="39062" y="100"/>
                  </a:lnTo>
                  <a:lnTo>
                    <a:pt x="39062"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1"/>
            <p:cNvSpPr/>
            <p:nvPr/>
          </p:nvSpPr>
          <p:spPr>
            <a:xfrm>
              <a:off x="1588800" y="811850"/>
              <a:ext cx="2131550" cy="2947975"/>
            </a:xfrm>
            <a:custGeom>
              <a:avLst/>
              <a:gdLst/>
              <a:ahLst/>
              <a:cxnLst/>
              <a:rect l="l" t="t" r="r" b="b"/>
              <a:pathLst>
                <a:path w="85262" h="117919" extrusionOk="0">
                  <a:moveTo>
                    <a:pt x="82893" y="67"/>
                  </a:moveTo>
                  <a:cubicBezTo>
                    <a:pt x="84127" y="67"/>
                    <a:pt x="85162" y="1102"/>
                    <a:pt x="85162" y="2336"/>
                  </a:cubicBezTo>
                  <a:lnTo>
                    <a:pt x="85162" y="115517"/>
                  </a:lnTo>
                  <a:cubicBezTo>
                    <a:pt x="85162" y="116784"/>
                    <a:pt x="84127" y="117785"/>
                    <a:pt x="82893" y="117785"/>
                  </a:cubicBezTo>
                  <a:lnTo>
                    <a:pt x="2369" y="117785"/>
                  </a:lnTo>
                  <a:cubicBezTo>
                    <a:pt x="1102" y="117785"/>
                    <a:pt x="101" y="116784"/>
                    <a:pt x="101" y="115517"/>
                  </a:cubicBezTo>
                  <a:lnTo>
                    <a:pt x="101" y="2336"/>
                  </a:lnTo>
                  <a:cubicBezTo>
                    <a:pt x="101" y="1102"/>
                    <a:pt x="1102" y="67"/>
                    <a:pt x="2369" y="67"/>
                  </a:cubicBezTo>
                  <a:close/>
                  <a:moveTo>
                    <a:pt x="82953" y="0"/>
                  </a:moveTo>
                  <a:cubicBezTo>
                    <a:pt x="82933" y="0"/>
                    <a:pt x="82913" y="0"/>
                    <a:pt x="82893" y="1"/>
                  </a:cubicBezTo>
                  <a:lnTo>
                    <a:pt x="2369" y="1"/>
                  </a:lnTo>
                  <a:cubicBezTo>
                    <a:pt x="1068" y="1"/>
                    <a:pt x="1" y="1035"/>
                    <a:pt x="1" y="2336"/>
                  </a:cubicBezTo>
                  <a:lnTo>
                    <a:pt x="1" y="115517"/>
                  </a:lnTo>
                  <a:cubicBezTo>
                    <a:pt x="1" y="116818"/>
                    <a:pt x="1068" y="117885"/>
                    <a:pt x="2369" y="117919"/>
                  </a:cubicBezTo>
                  <a:lnTo>
                    <a:pt x="82893" y="117919"/>
                  </a:lnTo>
                  <a:cubicBezTo>
                    <a:pt x="84194" y="117919"/>
                    <a:pt x="85262" y="116851"/>
                    <a:pt x="85262" y="115517"/>
                  </a:cubicBezTo>
                  <a:lnTo>
                    <a:pt x="85262" y="2369"/>
                  </a:lnTo>
                  <a:cubicBezTo>
                    <a:pt x="85262" y="1055"/>
                    <a:pt x="84226" y="0"/>
                    <a:pt x="82953"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1"/>
            <p:cNvSpPr/>
            <p:nvPr/>
          </p:nvSpPr>
          <p:spPr>
            <a:xfrm>
              <a:off x="3842925" y="811850"/>
              <a:ext cx="2132375" cy="2947975"/>
            </a:xfrm>
            <a:custGeom>
              <a:avLst/>
              <a:gdLst/>
              <a:ahLst/>
              <a:cxnLst/>
              <a:rect l="l" t="t" r="r" b="b"/>
              <a:pathLst>
                <a:path w="85295" h="117919" extrusionOk="0">
                  <a:moveTo>
                    <a:pt x="82893" y="67"/>
                  </a:moveTo>
                  <a:cubicBezTo>
                    <a:pt x="84160" y="67"/>
                    <a:pt x="85194" y="1102"/>
                    <a:pt x="85194" y="2336"/>
                  </a:cubicBezTo>
                  <a:lnTo>
                    <a:pt x="85194" y="115517"/>
                  </a:lnTo>
                  <a:cubicBezTo>
                    <a:pt x="85194" y="116784"/>
                    <a:pt x="84160" y="117785"/>
                    <a:pt x="82893" y="117785"/>
                  </a:cubicBezTo>
                  <a:lnTo>
                    <a:pt x="2402" y="117785"/>
                  </a:lnTo>
                  <a:cubicBezTo>
                    <a:pt x="1134" y="117785"/>
                    <a:pt x="100" y="116784"/>
                    <a:pt x="100" y="115517"/>
                  </a:cubicBezTo>
                  <a:lnTo>
                    <a:pt x="100" y="2336"/>
                  </a:lnTo>
                  <a:cubicBezTo>
                    <a:pt x="100" y="1102"/>
                    <a:pt x="1134" y="67"/>
                    <a:pt x="2402" y="67"/>
                  </a:cubicBezTo>
                  <a:close/>
                  <a:moveTo>
                    <a:pt x="2402" y="1"/>
                  </a:moveTo>
                  <a:cubicBezTo>
                    <a:pt x="1068" y="1"/>
                    <a:pt x="33" y="1035"/>
                    <a:pt x="0" y="2336"/>
                  </a:cubicBezTo>
                  <a:lnTo>
                    <a:pt x="0" y="115517"/>
                  </a:lnTo>
                  <a:cubicBezTo>
                    <a:pt x="0" y="116851"/>
                    <a:pt x="1068" y="117885"/>
                    <a:pt x="2402" y="117919"/>
                  </a:cubicBezTo>
                  <a:lnTo>
                    <a:pt x="82893" y="117919"/>
                  </a:lnTo>
                  <a:cubicBezTo>
                    <a:pt x="84227" y="117885"/>
                    <a:pt x="85294" y="116818"/>
                    <a:pt x="85294" y="115517"/>
                  </a:cubicBezTo>
                  <a:lnTo>
                    <a:pt x="85294" y="2336"/>
                  </a:lnTo>
                  <a:cubicBezTo>
                    <a:pt x="85261" y="1035"/>
                    <a:pt x="84194" y="1"/>
                    <a:pt x="82893"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1"/>
            <p:cNvSpPr/>
            <p:nvPr/>
          </p:nvSpPr>
          <p:spPr>
            <a:xfrm>
              <a:off x="1824800" y="1027000"/>
              <a:ext cx="763900" cy="1263450"/>
            </a:xfrm>
            <a:custGeom>
              <a:avLst/>
              <a:gdLst/>
              <a:ahLst/>
              <a:cxnLst/>
              <a:rect l="l" t="t" r="r" b="b"/>
              <a:pathLst>
                <a:path w="30556" h="50538" extrusionOk="0">
                  <a:moveTo>
                    <a:pt x="1" y="1"/>
                  </a:moveTo>
                  <a:lnTo>
                    <a:pt x="1" y="50537"/>
                  </a:lnTo>
                  <a:lnTo>
                    <a:pt x="30556" y="50537"/>
                  </a:lnTo>
                  <a:lnTo>
                    <a:pt x="30556"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1"/>
            <p:cNvSpPr/>
            <p:nvPr/>
          </p:nvSpPr>
          <p:spPr>
            <a:xfrm>
              <a:off x="1809800" y="1027000"/>
              <a:ext cx="15025" cy="1263450"/>
            </a:xfrm>
            <a:custGeom>
              <a:avLst/>
              <a:gdLst/>
              <a:ahLst/>
              <a:cxnLst/>
              <a:rect l="l" t="t" r="r" b="b"/>
              <a:pathLst>
                <a:path w="601" h="50538" extrusionOk="0">
                  <a:moveTo>
                    <a:pt x="0" y="1"/>
                  </a:moveTo>
                  <a:lnTo>
                    <a:pt x="0" y="50537"/>
                  </a:lnTo>
                  <a:lnTo>
                    <a:pt x="601" y="50537"/>
                  </a:lnTo>
                  <a:lnTo>
                    <a:pt x="60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1"/>
            <p:cNvSpPr/>
            <p:nvPr/>
          </p:nvSpPr>
          <p:spPr>
            <a:xfrm>
              <a:off x="1902375" y="1082050"/>
              <a:ext cx="608775" cy="1152525"/>
            </a:xfrm>
            <a:custGeom>
              <a:avLst/>
              <a:gdLst/>
              <a:ahLst/>
              <a:cxnLst/>
              <a:rect l="l" t="t" r="r" b="b"/>
              <a:pathLst>
                <a:path w="24351" h="46101" extrusionOk="0">
                  <a:moveTo>
                    <a:pt x="0" y="0"/>
                  </a:moveTo>
                  <a:lnTo>
                    <a:pt x="0" y="46100"/>
                  </a:lnTo>
                  <a:lnTo>
                    <a:pt x="24351" y="46100"/>
                  </a:lnTo>
                  <a:lnTo>
                    <a:pt x="24351"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1"/>
            <p:cNvSpPr/>
            <p:nvPr/>
          </p:nvSpPr>
          <p:spPr>
            <a:xfrm>
              <a:off x="2768825" y="1470650"/>
              <a:ext cx="764725" cy="1263450"/>
            </a:xfrm>
            <a:custGeom>
              <a:avLst/>
              <a:gdLst/>
              <a:ahLst/>
              <a:cxnLst/>
              <a:rect l="l" t="t" r="r" b="b"/>
              <a:pathLst>
                <a:path w="30589" h="50538" extrusionOk="0">
                  <a:moveTo>
                    <a:pt x="0" y="1"/>
                  </a:moveTo>
                  <a:lnTo>
                    <a:pt x="0" y="50537"/>
                  </a:lnTo>
                  <a:lnTo>
                    <a:pt x="30589" y="50537"/>
                  </a:lnTo>
                  <a:lnTo>
                    <a:pt x="30589"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1"/>
            <p:cNvSpPr/>
            <p:nvPr/>
          </p:nvSpPr>
          <p:spPr>
            <a:xfrm>
              <a:off x="2753800" y="1470650"/>
              <a:ext cx="15050" cy="1263450"/>
            </a:xfrm>
            <a:custGeom>
              <a:avLst/>
              <a:gdLst/>
              <a:ahLst/>
              <a:cxnLst/>
              <a:rect l="l" t="t" r="r" b="b"/>
              <a:pathLst>
                <a:path w="602" h="50538" extrusionOk="0">
                  <a:moveTo>
                    <a:pt x="1" y="1"/>
                  </a:moveTo>
                  <a:lnTo>
                    <a:pt x="1" y="50537"/>
                  </a:lnTo>
                  <a:lnTo>
                    <a:pt x="601" y="50537"/>
                  </a:lnTo>
                  <a:lnTo>
                    <a:pt x="60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1"/>
            <p:cNvSpPr/>
            <p:nvPr/>
          </p:nvSpPr>
          <p:spPr>
            <a:xfrm>
              <a:off x="2847200" y="1525700"/>
              <a:ext cx="608800" cy="1152525"/>
            </a:xfrm>
            <a:custGeom>
              <a:avLst/>
              <a:gdLst/>
              <a:ahLst/>
              <a:cxnLst/>
              <a:rect l="l" t="t" r="r" b="b"/>
              <a:pathLst>
                <a:path w="24352" h="46101" extrusionOk="0">
                  <a:moveTo>
                    <a:pt x="1" y="1"/>
                  </a:moveTo>
                  <a:lnTo>
                    <a:pt x="1" y="46100"/>
                  </a:lnTo>
                  <a:lnTo>
                    <a:pt x="24351" y="46100"/>
                  </a:lnTo>
                  <a:lnTo>
                    <a:pt x="24351"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1"/>
            <p:cNvSpPr/>
            <p:nvPr/>
          </p:nvSpPr>
          <p:spPr>
            <a:xfrm>
              <a:off x="2112050" y="2749350"/>
              <a:ext cx="183125" cy="1148900"/>
            </a:xfrm>
            <a:custGeom>
              <a:avLst/>
              <a:gdLst/>
              <a:ahLst/>
              <a:cxnLst/>
              <a:rect l="l" t="t" r="r" b="b"/>
              <a:pathLst>
                <a:path w="7325" h="45956" extrusionOk="0">
                  <a:moveTo>
                    <a:pt x="1693" y="0"/>
                  </a:moveTo>
                  <a:cubicBezTo>
                    <a:pt x="514" y="0"/>
                    <a:pt x="0" y="1892"/>
                    <a:pt x="152" y="2591"/>
                  </a:cubicBezTo>
                  <a:cubicBezTo>
                    <a:pt x="986" y="6294"/>
                    <a:pt x="1787" y="15467"/>
                    <a:pt x="2554" y="31412"/>
                  </a:cubicBezTo>
                  <a:cubicBezTo>
                    <a:pt x="2921" y="39351"/>
                    <a:pt x="2554" y="44788"/>
                    <a:pt x="3555" y="45956"/>
                  </a:cubicBezTo>
                  <a:lnTo>
                    <a:pt x="6590" y="45922"/>
                  </a:lnTo>
                  <a:cubicBezTo>
                    <a:pt x="7324" y="32179"/>
                    <a:pt x="5323" y="10063"/>
                    <a:pt x="3155" y="2425"/>
                  </a:cubicBezTo>
                  <a:cubicBezTo>
                    <a:pt x="2854" y="1391"/>
                    <a:pt x="2554" y="223"/>
                    <a:pt x="2054" y="56"/>
                  </a:cubicBezTo>
                  <a:cubicBezTo>
                    <a:pt x="1927" y="18"/>
                    <a:pt x="1807" y="0"/>
                    <a:pt x="1693"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1"/>
            <p:cNvSpPr/>
            <p:nvPr/>
          </p:nvSpPr>
          <p:spPr>
            <a:xfrm>
              <a:off x="2186725" y="2904175"/>
              <a:ext cx="592675" cy="685525"/>
            </a:xfrm>
            <a:custGeom>
              <a:avLst/>
              <a:gdLst/>
              <a:ahLst/>
              <a:cxnLst/>
              <a:rect l="l" t="t" r="r" b="b"/>
              <a:pathLst>
                <a:path w="23707" h="27421" extrusionOk="0">
                  <a:moveTo>
                    <a:pt x="20725" y="0"/>
                  </a:moveTo>
                  <a:cubicBezTo>
                    <a:pt x="15601" y="0"/>
                    <a:pt x="2733" y="4578"/>
                    <a:pt x="1335" y="9074"/>
                  </a:cubicBezTo>
                  <a:cubicBezTo>
                    <a:pt x="1" y="13377"/>
                    <a:pt x="1135" y="20149"/>
                    <a:pt x="1435" y="27421"/>
                  </a:cubicBezTo>
                  <a:cubicBezTo>
                    <a:pt x="2169" y="23951"/>
                    <a:pt x="4904" y="17714"/>
                    <a:pt x="7640" y="14011"/>
                  </a:cubicBezTo>
                  <a:cubicBezTo>
                    <a:pt x="11142" y="9208"/>
                    <a:pt x="19648" y="4671"/>
                    <a:pt x="21483" y="2936"/>
                  </a:cubicBezTo>
                  <a:cubicBezTo>
                    <a:pt x="23706" y="854"/>
                    <a:pt x="22938" y="0"/>
                    <a:pt x="20725"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1"/>
            <p:cNvSpPr/>
            <p:nvPr/>
          </p:nvSpPr>
          <p:spPr>
            <a:xfrm>
              <a:off x="2238425" y="3104325"/>
              <a:ext cx="459775" cy="635475"/>
            </a:xfrm>
            <a:custGeom>
              <a:avLst/>
              <a:gdLst/>
              <a:ahLst/>
              <a:cxnLst/>
              <a:rect l="l" t="t" r="r" b="b"/>
              <a:pathLst>
                <a:path w="18391" h="25419" extrusionOk="0">
                  <a:moveTo>
                    <a:pt x="15376" y="1"/>
                  </a:moveTo>
                  <a:cubicBezTo>
                    <a:pt x="11804" y="1"/>
                    <a:pt x="4999" y="2986"/>
                    <a:pt x="2169" y="9241"/>
                  </a:cubicBezTo>
                  <a:cubicBezTo>
                    <a:pt x="301" y="13344"/>
                    <a:pt x="1" y="18114"/>
                    <a:pt x="301" y="25419"/>
                  </a:cubicBezTo>
                  <a:cubicBezTo>
                    <a:pt x="1035" y="21950"/>
                    <a:pt x="3770" y="15712"/>
                    <a:pt x="6506" y="11976"/>
                  </a:cubicBezTo>
                  <a:cubicBezTo>
                    <a:pt x="10008" y="7206"/>
                    <a:pt x="15512" y="4871"/>
                    <a:pt x="17013" y="2836"/>
                  </a:cubicBezTo>
                  <a:cubicBezTo>
                    <a:pt x="18390" y="963"/>
                    <a:pt x="17405" y="1"/>
                    <a:pt x="15376"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1624700" y="3034400"/>
              <a:ext cx="637950" cy="740425"/>
            </a:xfrm>
            <a:custGeom>
              <a:avLst/>
              <a:gdLst/>
              <a:ahLst/>
              <a:cxnLst/>
              <a:rect l="l" t="t" r="r" b="b"/>
              <a:pathLst>
                <a:path w="25518" h="29617" extrusionOk="0">
                  <a:moveTo>
                    <a:pt x="4436" y="1"/>
                  </a:moveTo>
                  <a:cubicBezTo>
                    <a:pt x="1523" y="1"/>
                    <a:pt x="0" y="1230"/>
                    <a:pt x="1900" y="3432"/>
                  </a:cubicBezTo>
                  <a:cubicBezTo>
                    <a:pt x="3835" y="5666"/>
                    <a:pt x="10540" y="9769"/>
                    <a:pt x="15644" y="15006"/>
                  </a:cubicBezTo>
                  <a:cubicBezTo>
                    <a:pt x="19580" y="19109"/>
                    <a:pt x="24016" y="25848"/>
                    <a:pt x="25517" y="29617"/>
                  </a:cubicBezTo>
                  <a:cubicBezTo>
                    <a:pt x="24550" y="21878"/>
                    <a:pt x="23249" y="16274"/>
                    <a:pt x="21114" y="11204"/>
                  </a:cubicBezTo>
                  <a:cubicBezTo>
                    <a:pt x="17853" y="3351"/>
                    <a:pt x="9247" y="1"/>
                    <a:pt x="4436"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2155050" y="2769975"/>
              <a:ext cx="465025" cy="583725"/>
            </a:xfrm>
            <a:custGeom>
              <a:avLst/>
              <a:gdLst/>
              <a:ahLst/>
              <a:cxnLst/>
              <a:rect l="l" t="t" r="r" b="b"/>
              <a:pathLst>
                <a:path w="18601" h="23349" extrusionOk="0">
                  <a:moveTo>
                    <a:pt x="15064" y="0"/>
                  </a:moveTo>
                  <a:cubicBezTo>
                    <a:pt x="11416" y="0"/>
                    <a:pt x="5003" y="2403"/>
                    <a:pt x="2135" y="7671"/>
                  </a:cubicBezTo>
                  <a:cubicBezTo>
                    <a:pt x="34" y="11507"/>
                    <a:pt x="0" y="16277"/>
                    <a:pt x="334" y="23349"/>
                  </a:cubicBezTo>
                  <a:cubicBezTo>
                    <a:pt x="1034" y="19979"/>
                    <a:pt x="4203" y="15276"/>
                    <a:pt x="6838" y="11674"/>
                  </a:cubicBezTo>
                  <a:cubicBezTo>
                    <a:pt x="10241" y="7037"/>
                    <a:pt x="15411" y="4702"/>
                    <a:pt x="17012" y="2834"/>
                  </a:cubicBezTo>
                  <a:cubicBezTo>
                    <a:pt x="18601" y="985"/>
                    <a:pt x="17399" y="0"/>
                    <a:pt x="15064"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1676525" y="2760475"/>
              <a:ext cx="540250" cy="570700"/>
            </a:xfrm>
            <a:custGeom>
              <a:avLst/>
              <a:gdLst/>
              <a:ahLst/>
              <a:cxnLst/>
              <a:rect l="l" t="t" r="r" b="b"/>
              <a:pathLst>
                <a:path w="21610" h="22828" extrusionOk="0">
                  <a:moveTo>
                    <a:pt x="1446" y="0"/>
                  </a:moveTo>
                  <a:cubicBezTo>
                    <a:pt x="309" y="0"/>
                    <a:pt x="1" y="537"/>
                    <a:pt x="1128" y="1813"/>
                  </a:cubicBezTo>
                  <a:cubicBezTo>
                    <a:pt x="5665" y="6917"/>
                    <a:pt x="8901" y="6016"/>
                    <a:pt x="13237" y="10486"/>
                  </a:cubicBezTo>
                  <a:cubicBezTo>
                    <a:pt x="16573" y="13955"/>
                    <a:pt x="20309" y="19692"/>
                    <a:pt x="21610" y="22828"/>
                  </a:cubicBezTo>
                  <a:cubicBezTo>
                    <a:pt x="20776" y="16290"/>
                    <a:pt x="19808" y="12054"/>
                    <a:pt x="17173" y="8217"/>
                  </a:cubicBezTo>
                  <a:cubicBezTo>
                    <a:pt x="14416" y="4254"/>
                    <a:pt x="4647" y="0"/>
                    <a:pt x="1446"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2180900" y="2674650"/>
              <a:ext cx="292125" cy="397175"/>
            </a:xfrm>
            <a:custGeom>
              <a:avLst/>
              <a:gdLst/>
              <a:ahLst/>
              <a:cxnLst/>
              <a:rect l="l" t="t" r="r" b="b"/>
              <a:pathLst>
                <a:path w="11685" h="15887" extrusionOk="0">
                  <a:moveTo>
                    <a:pt x="10555" y="1"/>
                  </a:moveTo>
                  <a:cubicBezTo>
                    <a:pt x="8489" y="1"/>
                    <a:pt x="3084" y="2445"/>
                    <a:pt x="1401" y="5479"/>
                  </a:cubicBezTo>
                  <a:cubicBezTo>
                    <a:pt x="0" y="8015"/>
                    <a:pt x="0" y="11183"/>
                    <a:pt x="200" y="15887"/>
                  </a:cubicBezTo>
                  <a:cubicBezTo>
                    <a:pt x="667" y="13652"/>
                    <a:pt x="3069" y="10650"/>
                    <a:pt x="4804" y="8248"/>
                  </a:cubicBezTo>
                  <a:cubicBezTo>
                    <a:pt x="7072" y="5179"/>
                    <a:pt x="9174" y="3611"/>
                    <a:pt x="10941" y="1343"/>
                  </a:cubicBezTo>
                  <a:cubicBezTo>
                    <a:pt x="11685" y="407"/>
                    <a:pt x="11397" y="1"/>
                    <a:pt x="10555"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1798825" y="2688925"/>
              <a:ext cx="405450" cy="432100"/>
            </a:xfrm>
            <a:custGeom>
              <a:avLst/>
              <a:gdLst/>
              <a:ahLst/>
              <a:cxnLst/>
              <a:rect l="l" t="t" r="r" b="b"/>
              <a:pathLst>
                <a:path w="16218" h="17284" extrusionOk="0">
                  <a:moveTo>
                    <a:pt x="847" y="1"/>
                  </a:moveTo>
                  <a:cubicBezTo>
                    <a:pt x="166" y="1"/>
                    <a:pt x="0" y="378"/>
                    <a:pt x="673" y="1306"/>
                  </a:cubicBezTo>
                  <a:cubicBezTo>
                    <a:pt x="1807" y="2874"/>
                    <a:pt x="6677" y="6743"/>
                    <a:pt x="9913" y="10112"/>
                  </a:cubicBezTo>
                  <a:cubicBezTo>
                    <a:pt x="12481" y="12747"/>
                    <a:pt x="15250" y="14882"/>
                    <a:pt x="16217" y="17284"/>
                  </a:cubicBezTo>
                  <a:cubicBezTo>
                    <a:pt x="15584" y="12314"/>
                    <a:pt x="15217" y="8811"/>
                    <a:pt x="12848" y="6176"/>
                  </a:cubicBezTo>
                  <a:cubicBezTo>
                    <a:pt x="11029" y="4151"/>
                    <a:pt x="3106" y="1"/>
                    <a:pt x="847"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1"/>
            <p:cNvSpPr/>
            <p:nvPr/>
          </p:nvSpPr>
          <p:spPr>
            <a:xfrm>
              <a:off x="1599525" y="2920200"/>
              <a:ext cx="719825" cy="605300"/>
            </a:xfrm>
            <a:custGeom>
              <a:avLst/>
              <a:gdLst/>
              <a:ahLst/>
              <a:cxnLst/>
              <a:rect l="l" t="t" r="r" b="b"/>
              <a:pathLst>
                <a:path w="28793" h="24212" extrusionOk="0">
                  <a:moveTo>
                    <a:pt x="2459" y="1"/>
                  </a:moveTo>
                  <a:cubicBezTo>
                    <a:pt x="591" y="1"/>
                    <a:pt x="1" y="474"/>
                    <a:pt x="1773" y="1628"/>
                  </a:cubicBezTo>
                  <a:cubicBezTo>
                    <a:pt x="4008" y="3063"/>
                    <a:pt x="13815" y="5564"/>
                    <a:pt x="18585" y="10535"/>
                  </a:cubicBezTo>
                  <a:cubicBezTo>
                    <a:pt x="22288" y="14371"/>
                    <a:pt x="23622" y="20742"/>
                    <a:pt x="25057" y="24211"/>
                  </a:cubicBezTo>
                  <a:cubicBezTo>
                    <a:pt x="28793" y="18073"/>
                    <a:pt x="27558" y="10034"/>
                    <a:pt x="24089" y="6165"/>
                  </a:cubicBezTo>
                  <a:cubicBezTo>
                    <a:pt x="21541" y="3374"/>
                    <a:pt x="7447" y="1"/>
                    <a:pt x="2459"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1"/>
            <p:cNvSpPr/>
            <p:nvPr/>
          </p:nvSpPr>
          <p:spPr>
            <a:xfrm>
              <a:off x="2091675" y="3774800"/>
              <a:ext cx="281050" cy="449525"/>
            </a:xfrm>
            <a:custGeom>
              <a:avLst/>
              <a:gdLst/>
              <a:ahLst/>
              <a:cxnLst/>
              <a:rect l="l" t="t" r="r" b="b"/>
              <a:pathLst>
                <a:path w="11242" h="17981" extrusionOk="0">
                  <a:moveTo>
                    <a:pt x="1201" y="1"/>
                  </a:moveTo>
                  <a:cubicBezTo>
                    <a:pt x="534" y="1"/>
                    <a:pt x="0" y="2002"/>
                    <a:pt x="67" y="4371"/>
                  </a:cubicBezTo>
                  <a:lnTo>
                    <a:pt x="367" y="15879"/>
                  </a:lnTo>
                  <a:cubicBezTo>
                    <a:pt x="398" y="17921"/>
                    <a:pt x="874" y="17981"/>
                    <a:pt x="1431" y="17981"/>
                  </a:cubicBezTo>
                  <a:cubicBezTo>
                    <a:pt x="1465" y="17981"/>
                    <a:pt x="1500" y="17980"/>
                    <a:pt x="1535" y="17980"/>
                  </a:cubicBezTo>
                  <a:lnTo>
                    <a:pt x="9707" y="17980"/>
                  </a:lnTo>
                  <a:cubicBezTo>
                    <a:pt x="9744" y="17980"/>
                    <a:pt x="9780" y="17981"/>
                    <a:pt x="9816" y="17981"/>
                  </a:cubicBezTo>
                  <a:cubicBezTo>
                    <a:pt x="10397" y="17981"/>
                    <a:pt x="10843" y="17921"/>
                    <a:pt x="10875" y="15879"/>
                  </a:cubicBezTo>
                  <a:lnTo>
                    <a:pt x="11208" y="4371"/>
                  </a:lnTo>
                  <a:cubicBezTo>
                    <a:pt x="11241" y="2002"/>
                    <a:pt x="10708" y="1"/>
                    <a:pt x="10041"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1"/>
            <p:cNvSpPr/>
            <p:nvPr/>
          </p:nvSpPr>
          <p:spPr>
            <a:xfrm>
              <a:off x="2064975" y="3757200"/>
              <a:ext cx="335275" cy="70175"/>
            </a:xfrm>
            <a:custGeom>
              <a:avLst/>
              <a:gdLst/>
              <a:ahLst/>
              <a:cxnLst/>
              <a:rect l="l" t="t" r="r" b="b"/>
              <a:pathLst>
                <a:path w="13411" h="2807" extrusionOk="0">
                  <a:moveTo>
                    <a:pt x="284" y="0"/>
                  </a:moveTo>
                  <a:cubicBezTo>
                    <a:pt x="112" y="0"/>
                    <a:pt x="1" y="155"/>
                    <a:pt x="1" y="338"/>
                  </a:cubicBezTo>
                  <a:lnTo>
                    <a:pt x="268" y="2540"/>
                  </a:lnTo>
                  <a:cubicBezTo>
                    <a:pt x="301" y="2706"/>
                    <a:pt x="468" y="2806"/>
                    <a:pt x="634" y="2806"/>
                  </a:cubicBezTo>
                  <a:lnTo>
                    <a:pt x="12776" y="2806"/>
                  </a:lnTo>
                  <a:cubicBezTo>
                    <a:pt x="12910" y="2806"/>
                    <a:pt x="13077" y="2706"/>
                    <a:pt x="13110" y="2540"/>
                  </a:cubicBezTo>
                  <a:lnTo>
                    <a:pt x="13410" y="338"/>
                  </a:lnTo>
                  <a:cubicBezTo>
                    <a:pt x="13410" y="155"/>
                    <a:pt x="13271" y="0"/>
                    <a:pt x="13094" y="0"/>
                  </a:cubicBezTo>
                  <a:cubicBezTo>
                    <a:pt x="13078" y="0"/>
                    <a:pt x="13061" y="2"/>
                    <a:pt x="13043" y="4"/>
                  </a:cubicBezTo>
                  <a:lnTo>
                    <a:pt x="334" y="4"/>
                  </a:lnTo>
                  <a:cubicBezTo>
                    <a:pt x="317" y="2"/>
                    <a:pt x="300" y="0"/>
                    <a:pt x="284"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1"/>
            <p:cNvSpPr/>
            <p:nvPr/>
          </p:nvSpPr>
          <p:spPr>
            <a:xfrm>
              <a:off x="3993025" y="2609800"/>
              <a:ext cx="229350" cy="1545300"/>
            </a:xfrm>
            <a:custGeom>
              <a:avLst/>
              <a:gdLst/>
              <a:ahLst/>
              <a:cxnLst/>
              <a:rect l="l" t="t" r="r" b="b"/>
              <a:pathLst>
                <a:path w="9174" h="61812" extrusionOk="0">
                  <a:moveTo>
                    <a:pt x="0" y="1"/>
                  </a:moveTo>
                  <a:lnTo>
                    <a:pt x="0" y="61812"/>
                  </a:lnTo>
                  <a:lnTo>
                    <a:pt x="9174" y="61812"/>
                  </a:lnTo>
                  <a:lnTo>
                    <a:pt x="9174" y="1"/>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1"/>
            <p:cNvSpPr/>
            <p:nvPr/>
          </p:nvSpPr>
          <p:spPr>
            <a:xfrm>
              <a:off x="4036375" y="4155075"/>
              <a:ext cx="1740450" cy="69250"/>
            </a:xfrm>
            <a:custGeom>
              <a:avLst/>
              <a:gdLst/>
              <a:ahLst/>
              <a:cxnLst/>
              <a:rect l="l" t="t" r="r" b="b"/>
              <a:pathLst>
                <a:path w="69618" h="2770" extrusionOk="0">
                  <a:moveTo>
                    <a:pt x="1" y="1"/>
                  </a:moveTo>
                  <a:lnTo>
                    <a:pt x="1" y="2769"/>
                  </a:lnTo>
                  <a:lnTo>
                    <a:pt x="69617" y="2769"/>
                  </a:lnTo>
                  <a:lnTo>
                    <a:pt x="69617" y="1"/>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1"/>
            <p:cNvSpPr/>
            <p:nvPr/>
          </p:nvSpPr>
          <p:spPr>
            <a:xfrm>
              <a:off x="4222350" y="2609800"/>
              <a:ext cx="1598675" cy="1545300"/>
            </a:xfrm>
            <a:custGeom>
              <a:avLst/>
              <a:gdLst/>
              <a:ahLst/>
              <a:cxnLst/>
              <a:rect l="l" t="t" r="r" b="b"/>
              <a:pathLst>
                <a:path w="63947" h="61812" extrusionOk="0">
                  <a:moveTo>
                    <a:pt x="1" y="1"/>
                  </a:moveTo>
                  <a:lnTo>
                    <a:pt x="1" y="61812"/>
                  </a:lnTo>
                  <a:lnTo>
                    <a:pt x="63946" y="61812"/>
                  </a:lnTo>
                  <a:lnTo>
                    <a:pt x="63946"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1"/>
            <p:cNvSpPr/>
            <p:nvPr/>
          </p:nvSpPr>
          <p:spPr>
            <a:xfrm>
              <a:off x="3963825" y="2549775"/>
              <a:ext cx="234375" cy="60050"/>
            </a:xfrm>
            <a:custGeom>
              <a:avLst/>
              <a:gdLst/>
              <a:ahLst/>
              <a:cxnLst/>
              <a:rect l="l" t="t" r="r" b="b"/>
              <a:pathLst>
                <a:path w="9375" h="2402" extrusionOk="0">
                  <a:moveTo>
                    <a:pt x="1" y="0"/>
                  </a:moveTo>
                  <a:lnTo>
                    <a:pt x="1" y="2402"/>
                  </a:lnTo>
                  <a:lnTo>
                    <a:pt x="9374" y="2402"/>
                  </a:lnTo>
                  <a:lnTo>
                    <a:pt x="9374"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1"/>
            <p:cNvSpPr/>
            <p:nvPr/>
          </p:nvSpPr>
          <p:spPr>
            <a:xfrm>
              <a:off x="4198175" y="2549775"/>
              <a:ext cx="1652025" cy="60900"/>
            </a:xfrm>
            <a:custGeom>
              <a:avLst/>
              <a:gdLst/>
              <a:ahLst/>
              <a:cxnLst/>
              <a:rect l="l" t="t" r="r" b="b"/>
              <a:pathLst>
                <a:path w="66081" h="2436" extrusionOk="0">
                  <a:moveTo>
                    <a:pt x="0" y="0"/>
                  </a:moveTo>
                  <a:lnTo>
                    <a:pt x="0" y="2435"/>
                  </a:lnTo>
                  <a:lnTo>
                    <a:pt x="66081" y="2435"/>
                  </a:lnTo>
                  <a:lnTo>
                    <a:pt x="66081"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1"/>
            <p:cNvSpPr/>
            <p:nvPr/>
          </p:nvSpPr>
          <p:spPr>
            <a:xfrm>
              <a:off x="4305750" y="2739075"/>
              <a:ext cx="1431875" cy="600450"/>
            </a:xfrm>
            <a:custGeom>
              <a:avLst/>
              <a:gdLst/>
              <a:ahLst/>
              <a:cxnLst/>
              <a:rect l="l" t="t" r="r" b="b"/>
              <a:pathLst>
                <a:path w="57275" h="24018" extrusionOk="0">
                  <a:moveTo>
                    <a:pt x="56741" y="534"/>
                  </a:moveTo>
                  <a:lnTo>
                    <a:pt x="56741" y="23484"/>
                  </a:lnTo>
                  <a:lnTo>
                    <a:pt x="567" y="23484"/>
                  </a:lnTo>
                  <a:lnTo>
                    <a:pt x="534" y="534"/>
                  </a:lnTo>
                  <a:close/>
                  <a:moveTo>
                    <a:pt x="0" y="0"/>
                  </a:moveTo>
                  <a:lnTo>
                    <a:pt x="0" y="24017"/>
                  </a:lnTo>
                  <a:lnTo>
                    <a:pt x="57275" y="24017"/>
                  </a:lnTo>
                  <a:lnTo>
                    <a:pt x="5727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1"/>
            <p:cNvSpPr/>
            <p:nvPr/>
          </p:nvSpPr>
          <p:spPr>
            <a:xfrm>
              <a:off x="4305750" y="3433725"/>
              <a:ext cx="1431875" cy="592125"/>
            </a:xfrm>
            <a:custGeom>
              <a:avLst/>
              <a:gdLst/>
              <a:ahLst/>
              <a:cxnLst/>
              <a:rect l="l" t="t" r="r" b="b"/>
              <a:pathLst>
                <a:path w="57275" h="23685" extrusionOk="0">
                  <a:moveTo>
                    <a:pt x="56741" y="535"/>
                  </a:moveTo>
                  <a:lnTo>
                    <a:pt x="56741" y="23184"/>
                  </a:lnTo>
                  <a:lnTo>
                    <a:pt x="567" y="23184"/>
                  </a:lnTo>
                  <a:lnTo>
                    <a:pt x="534" y="535"/>
                  </a:lnTo>
                  <a:close/>
                  <a:moveTo>
                    <a:pt x="0" y="1"/>
                  </a:moveTo>
                  <a:lnTo>
                    <a:pt x="0" y="23684"/>
                  </a:lnTo>
                  <a:lnTo>
                    <a:pt x="57275" y="23684"/>
                  </a:lnTo>
                  <a:lnTo>
                    <a:pt x="5727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1"/>
            <p:cNvSpPr/>
            <p:nvPr/>
          </p:nvSpPr>
          <p:spPr>
            <a:xfrm>
              <a:off x="4718550" y="2807450"/>
              <a:ext cx="606275" cy="49225"/>
            </a:xfrm>
            <a:custGeom>
              <a:avLst/>
              <a:gdLst/>
              <a:ahLst/>
              <a:cxnLst/>
              <a:rect l="l" t="t" r="r" b="b"/>
              <a:pathLst>
                <a:path w="24251" h="1969" extrusionOk="0">
                  <a:moveTo>
                    <a:pt x="967" y="1"/>
                  </a:moveTo>
                  <a:cubicBezTo>
                    <a:pt x="434" y="1"/>
                    <a:pt x="0" y="434"/>
                    <a:pt x="0" y="1001"/>
                  </a:cubicBezTo>
                  <a:cubicBezTo>
                    <a:pt x="0" y="1535"/>
                    <a:pt x="434" y="1969"/>
                    <a:pt x="967" y="1969"/>
                  </a:cubicBezTo>
                  <a:lnTo>
                    <a:pt x="23283" y="1969"/>
                  </a:lnTo>
                  <a:cubicBezTo>
                    <a:pt x="23817" y="1969"/>
                    <a:pt x="24251" y="1535"/>
                    <a:pt x="24251" y="1001"/>
                  </a:cubicBezTo>
                  <a:cubicBezTo>
                    <a:pt x="24251" y="434"/>
                    <a:pt x="23817" y="1"/>
                    <a:pt x="2328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1"/>
            <p:cNvSpPr/>
            <p:nvPr/>
          </p:nvSpPr>
          <p:spPr>
            <a:xfrm>
              <a:off x="4718550" y="3502950"/>
              <a:ext cx="606275" cy="49225"/>
            </a:xfrm>
            <a:custGeom>
              <a:avLst/>
              <a:gdLst/>
              <a:ahLst/>
              <a:cxnLst/>
              <a:rect l="l" t="t" r="r" b="b"/>
              <a:pathLst>
                <a:path w="24251" h="1969" extrusionOk="0">
                  <a:moveTo>
                    <a:pt x="967" y="0"/>
                  </a:moveTo>
                  <a:cubicBezTo>
                    <a:pt x="434" y="0"/>
                    <a:pt x="0" y="434"/>
                    <a:pt x="0" y="968"/>
                  </a:cubicBezTo>
                  <a:cubicBezTo>
                    <a:pt x="0" y="1535"/>
                    <a:pt x="434" y="1969"/>
                    <a:pt x="967" y="1969"/>
                  </a:cubicBezTo>
                  <a:lnTo>
                    <a:pt x="23283" y="1969"/>
                  </a:lnTo>
                  <a:cubicBezTo>
                    <a:pt x="23817" y="1969"/>
                    <a:pt x="24251" y="1535"/>
                    <a:pt x="24251" y="968"/>
                  </a:cubicBezTo>
                  <a:cubicBezTo>
                    <a:pt x="24251" y="434"/>
                    <a:pt x="23817" y="0"/>
                    <a:pt x="2328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1"/>
            <p:cNvSpPr/>
            <p:nvPr/>
          </p:nvSpPr>
          <p:spPr>
            <a:xfrm>
              <a:off x="4947025" y="1957675"/>
              <a:ext cx="717225" cy="591275"/>
            </a:xfrm>
            <a:custGeom>
              <a:avLst/>
              <a:gdLst/>
              <a:ahLst/>
              <a:cxnLst/>
              <a:rect l="l" t="t" r="r" b="b"/>
              <a:pathLst>
                <a:path w="28689" h="23651" extrusionOk="0">
                  <a:moveTo>
                    <a:pt x="2169" y="1"/>
                  </a:moveTo>
                  <a:lnTo>
                    <a:pt x="1" y="23651"/>
                  </a:lnTo>
                  <a:lnTo>
                    <a:pt x="26520" y="23651"/>
                  </a:lnTo>
                  <a:lnTo>
                    <a:pt x="28688" y="1"/>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1"/>
            <p:cNvSpPr/>
            <p:nvPr/>
          </p:nvSpPr>
          <p:spPr>
            <a:xfrm>
              <a:off x="4924525" y="1957675"/>
              <a:ext cx="717200" cy="591275"/>
            </a:xfrm>
            <a:custGeom>
              <a:avLst/>
              <a:gdLst/>
              <a:ahLst/>
              <a:cxnLst/>
              <a:rect l="l" t="t" r="r" b="b"/>
              <a:pathLst>
                <a:path w="28688" h="23651" extrusionOk="0">
                  <a:moveTo>
                    <a:pt x="2169" y="1"/>
                  </a:moveTo>
                  <a:lnTo>
                    <a:pt x="0" y="23651"/>
                  </a:lnTo>
                  <a:lnTo>
                    <a:pt x="26519" y="23651"/>
                  </a:lnTo>
                  <a:lnTo>
                    <a:pt x="28687" y="1"/>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1"/>
            <p:cNvSpPr/>
            <p:nvPr/>
          </p:nvSpPr>
          <p:spPr>
            <a:xfrm>
              <a:off x="4996250" y="2023550"/>
              <a:ext cx="573750" cy="459525"/>
            </a:xfrm>
            <a:custGeom>
              <a:avLst/>
              <a:gdLst/>
              <a:ahLst/>
              <a:cxnLst/>
              <a:rect l="l" t="t" r="r" b="b"/>
              <a:pathLst>
                <a:path w="22950" h="18381" extrusionOk="0">
                  <a:moveTo>
                    <a:pt x="1668" y="1"/>
                  </a:moveTo>
                  <a:lnTo>
                    <a:pt x="0" y="18381"/>
                  </a:lnTo>
                  <a:lnTo>
                    <a:pt x="21282" y="18381"/>
                  </a:lnTo>
                  <a:lnTo>
                    <a:pt x="2295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1"/>
            <p:cNvSpPr/>
            <p:nvPr/>
          </p:nvSpPr>
          <p:spPr>
            <a:xfrm>
              <a:off x="4754400" y="2116950"/>
              <a:ext cx="356950" cy="432000"/>
            </a:xfrm>
            <a:custGeom>
              <a:avLst/>
              <a:gdLst/>
              <a:ahLst/>
              <a:cxnLst/>
              <a:rect l="l" t="t" r="r" b="b"/>
              <a:pathLst>
                <a:path w="14278" h="17280" extrusionOk="0">
                  <a:moveTo>
                    <a:pt x="1568" y="1"/>
                  </a:moveTo>
                  <a:lnTo>
                    <a:pt x="0" y="17280"/>
                  </a:lnTo>
                  <a:lnTo>
                    <a:pt x="12710" y="17280"/>
                  </a:lnTo>
                  <a:lnTo>
                    <a:pt x="14277" y="1"/>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1"/>
            <p:cNvSpPr/>
            <p:nvPr/>
          </p:nvSpPr>
          <p:spPr>
            <a:xfrm>
              <a:off x="4737725" y="2116950"/>
              <a:ext cx="356950" cy="432000"/>
            </a:xfrm>
            <a:custGeom>
              <a:avLst/>
              <a:gdLst/>
              <a:ahLst/>
              <a:cxnLst/>
              <a:rect l="l" t="t" r="r" b="b"/>
              <a:pathLst>
                <a:path w="14278" h="17280" extrusionOk="0">
                  <a:moveTo>
                    <a:pt x="1568" y="1"/>
                  </a:moveTo>
                  <a:lnTo>
                    <a:pt x="0" y="17280"/>
                  </a:lnTo>
                  <a:lnTo>
                    <a:pt x="12709" y="17280"/>
                  </a:lnTo>
                  <a:lnTo>
                    <a:pt x="14277" y="1"/>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1"/>
            <p:cNvSpPr/>
            <p:nvPr/>
          </p:nvSpPr>
          <p:spPr>
            <a:xfrm>
              <a:off x="4790250" y="2165325"/>
              <a:ext cx="252725" cy="336100"/>
            </a:xfrm>
            <a:custGeom>
              <a:avLst/>
              <a:gdLst/>
              <a:ahLst/>
              <a:cxnLst/>
              <a:rect l="l" t="t" r="r" b="b"/>
              <a:pathLst>
                <a:path w="10109" h="13444" extrusionOk="0">
                  <a:moveTo>
                    <a:pt x="1202" y="1"/>
                  </a:moveTo>
                  <a:lnTo>
                    <a:pt x="1" y="13443"/>
                  </a:lnTo>
                  <a:lnTo>
                    <a:pt x="8874" y="13443"/>
                  </a:lnTo>
                  <a:lnTo>
                    <a:pt x="101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1"/>
            <p:cNvSpPr/>
            <p:nvPr/>
          </p:nvSpPr>
          <p:spPr>
            <a:xfrm>
              <a:off x="1774775" y="4458625"/>
              <a:ext cx="4042900" cy="236025"/>
            </a:xfrm>
            <a:custGeom>
              <a:avLst/>
              <a:gdLst/>
              <a:ahLst/>
              <a:cxnLst/>
              <a:rect l="l" t="t" r="r" b="b"/>
              <a:pathLst>
                <a:path w="161716" h="9441" extrusionOk="0">
                  <a:moveTo>
                    <a:pt x="80858" y="1"/>
                  </a:moveTo>
                  <a:cubicBezTo>
                    <a:pt x="36193" y="1"/>
                    <a:pt x="0" y="2136"/>
                    <a:pt x="0" y="4738"/>
                  </a:cubicBezTo>
                  <a:cubicBezTo>
                    <a:pt x="0" y="7339"/>
                    <a:pt x="36193" y="9441"/>
                    <a:pt x="80858" y="9441"/>
                  </a:cubicBezTo>
                  <a:cubicBezTo>
                    <a:pt x="125523" y="9441"/>
                    <a:pt x="161716" y="7339"/>
                    <a:pt x="161716" y="4738"/>
                  </a:cubicBezTo>
                  <a:cubicBezTo>
                    <a:pt x="161716" y="2136"/>
                    <a:pt x="125523" y="1"/>
                    <a:pt x="8085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1"/>
            <p:cNvSpPr/>
            <p:nvPr/>
          </p:nvSpPr>
          <p:spPr>
            <a:xfrm>
              <a:off x="3882950" y="1300825"/>
              <a:ext cx="413650" cy="484075"/>
            </a:xfrm>
            <a:custGeom>
              <a:avLst/>
              <a:gdLst/>
              <a:ahLst/>
              <a:cxnLst/>
              <a:rect l="l" t="t" r="r" b="b"/>
              <a:pathLst>
                <a:path w="16546" h="19363" extrusionOk="0">
                  <a:moveTo>
                    <a:pt x="8602" y="1"/>
                  </a:moveTo>
                  <a:cubicBezTo>
                    <a:pt x="7565" y="1"/>
                    <a:pt x="6512" y="211"/>
                    <a:pt x="5504" y="656"/>
                  </a:cubicBezTo>
                  <a:cubicBezTo>
                    <a:pt x="1935" y="2224"/>
                    <a:pt x="0" y="6794"/>
                    <a:pt x="1368" y="10430"/>
                  </a:cubicBezTo>
                  <a:cubicBezTo>
                    <a:pt x="2035" y="12265"/>
                    <a:pt x="3369" y="13799"/>
                    <a:pt x="5104" y="14666"/>
                  </a:cubicBezTo>
                  <a:cubicBezTo>
                    <a:pt x="5838" y="15033"/>
                    <a:pt x="6438" y="15567"/>
                    <a:pt x="6872" y="16234"/>
                  </a:cubicBezTo>
                  <a:lnTo>
                    <a:pt x="7973" y="18002"/>
                  </a:lnTo>
                  <a:cubicBezTo>
                    <a:pt x="8539" y="18864"/>
                    <a:pt x="9488" y="19363"/>
                    <a:pt x="10470" y="19363"/>
                  </a:cubicBezTo>
                  <a:cubicBezTo>
                    <a:pt x="10817" y="19363"/>
                    <a:pt x="11168" y="19300"/>
                    <a:pt x="11508" y="19169"/>
                  </a:cubicBezTo>
                  <a:lnTo>
                    <a:pt x="14310" y="18069"/>
                  </a:lnTo>
                  <a:cubicBezTo>
                    <a:pt x="15611" y="17535"/>
                    <a:pt x="16345" y="16167"/>
                    <a:pt x="16078" y="14800"/>
                  </a:cubicBezTo>
                  <a:lnTo>
                    <a:pt x="15678" y="12698"/>
                  </a:lnTo>
                  <a:cubicBezTo>
                    <a:pt x="15511" y="11931"/>
                    <a:pt x="15611" y="11164"/>
                    <a:pt x="15878" y="10463"/>
                  </a:cubicBezTo>
                  <a:cubicBezTo>
                    <a:pt x="16545" y="8662"/>
                    <a:pt x="16545" y="6694"/>
                    <a:pt x="15845" y="4926"/>
                  </a:cubicBezTo>
                  <a:cubicBezTo>
                    <a:pt x="14622" y="1856"/>
                    <a:pt x="11682" y="1"/>
                    <a:pt x="8602" y="1"/>
                  </a:cubicBez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1"/>
            <p:cNvSpPr/>
            <p:nvPr/>
          </p:nvSpPr>
          <p:spPr>
            <a:xfrm>
              <a:off x="4143125" y="1766900"/>
              <a:ext cx="161800" cy="100725"/>
            </a:xfrm>
            <a:custGeom>
              <a:avLst/>
              <a:gdLst/>
              <a:ahLst/>
              <a:cxnLst/>
              <a:rect l="l" t="t" r="r" b="b"/>
              <a:pathLst>
                <a:path w="6472" h="4029" extrusionOk="0">
                  <a:moveTo>
                    <a:pt x="5140" y="394"/>
                  </a:moveTo>
                  <a:cubicBezTo>
                    <a:pt x="5493" y="406"/>
                    <a:pt x="5809" y="604"/>
                    <a:pt x="5938" y="927"/>
                  </a:cubicBezTo>
                  <a:cubicBezTo>
                    <a:pt x="6038" y="1160"/>
                    <a:pt x="6038" y="1394"/>
                    <a:pt x="5938" y="1627"/>
                  </a:cubicBezTo>
                  <a:cubicBezTo>
                    <a:pt x="5838" y="1827"/>
                    <a:pt x="5671" y="1994"/>
                    <a:pt x="5471" y="2094"/>
                  </a:cubicBezTo>
                  <a:lnTo>
                    <a:pt x="1769" y="3529"/>
                  </a:lnTo>
                  <a:cubicBezTo>
                    <a:pt x="1669" y="3579"/>
                    <a:pt x="1560" y="3604"/>
                    <a:pt x="1448" y="3604"/>
                  </a:cubicBezTo>
                  <a:cubicBezTo>
                    <a:pt x="1335" y="3604"/>
                    <a:pt x="1218" y="3579"/>
                    <a:pt x="1101" y="3529"/>
                  </a:cubicBezTo>
                  <a:cubicBezTo>
                    <a:pt x="368" y="3228"/>
                    <a:pt x="401" y="2194"/>
                    <a:pt x="1135" y="1927"/>
                  </a:cubicBezTo>
                  <a:lnTo>
                    <a:pt x="4837" y="460"/>
                  </a:lnTo>
                  <a:cubicBezTo>
                    <a:pt x="4930" y="429"/>
                    <a:pt x="5022" y="398"/>
                    <a:pt x="5140" y="394"/>
                  </a:cubicBezTo>
                  <a:close/>
                  <a:moveTo>
                    <a:pt x="5144" y="1"/>
                  </a:moveTo>
                  <a:cubicBezTo>
                    <a:pt x="4987" y="1"/>
                    <a:pt x="4827" y="30"/>
                    <a:pt x="4671" y="93"/>
                  </a:cubicBezTo>
                  <a:lnTo>
                    <a:pt x="1001" y="1527"/>
                  </a:lnTo>
                  <a:cubicBezTo>
                    <a:pt x="334" y="1794"/>
                    <a:pt x="1" y="2561"/>
                    <a:pt x="268" y="3195"/>
                  </a:cubicBezTo>
                  <a:cubicBezTo>
                    <a:pt x="401" y="3529"/>
                    <a:pt x="634" y="3795"/>
                    <a:pt x="968" y="3929"/>
                  </a:cubicBezTo>
                  <a:cubicBezTo>
                    <a:pt x="1135" y="3996"/>
                    <a:pt x="1302" y="4029"/>
                    <a:pt x="1468" y="4029"/>
                  </a:cubicBezTo>
                  <a:cubicBezTo>
                    <a:pt x="1635" y="4029"/>
                    <a:pt x="1802" y="3996"/>
                    <a:pt x="1969" y="3929"/>
                  </a:cubicBezTo>
                  <a:lnTo>
                    <a:pt x="5638" y="2495"/>
                  </a:lnTo>
                  <a:cubicBezTo>
                    <a:pt x="5938" y="2361"/>
                    <a:pt x="6205" y="2128"/>
                    <a:pt x="6339" y="1794"/>
                  </a:cubicBezTo>
                  <a:cubicBezTo>
                    <a:pt x="6472" y="1494"/>
                    <a:pt x="6472" y="1127"/>
                    <a:pt x="6339" y="827"/>
                  </a:cubicBezTo>
                  <a:cubicBezTo>
                    <a:pt x="6134" y="316"/>
                    <a:pt x="5656" y="1"/>
                    <a:pt x="5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1"/>
            <p:cNvSpPr/>
            <p:nvPr/>
          </p:nvSpPr>
          <p:spPr>
            <a:xfrm>
              <a:off x="4202350" y="1856575"/>
              <a:ext cx="105100" cy="66925"/>
            </a:xfrm>
            <a:custGeom>
              <a:avLst/>
              <a:gdLst/>
              <a:ahLst/>
              <a:cxnLst/>
              <a:rect l="l" t="t" r="r" b="b"/>
              <a:pathLst>
                <a:path w="4204" h="2677" extrusionOk="0">
                  <a:moveTo>
                    <a:pt x="3202" y="409"/>
                  </a:moveTo>
                  <a:cubicBezTo>
                    <a:pt x="3369" y="409"/>
                    <a:pt x="3503" y="509"/>
                    <a:pt x="3569" y="675"/>
                  </a:cubicBezTo>
                  <a:lnTo>
                    <a:pt x="3636" y="809"/>
                  </a:lnTo>
                  <a:cubicBezTo>
                    <a:pt x="3669" y="909"/>
                    <a:pt x="3669" y="1042"/>
                    <a:pt x="3636" y="1109"/>
                  </a:cubicBezTo>
                  <a:cubicBezTo>
                    <a:pt x="3603" y="1209"/>
                    <a:pt x="3536" y="1276"/>
                    <a:pt x="3436" y="1343"/>
                  </a:cubicBezTo>
                  <a:lnTo>
                    <a:pt x="1134" y="2243"/>
                  </a:lnTo>
                  <a:cubicBezTo>
                    <a:pt x="1092" y="2257"/>
                    <a:pt x="1049" y="2264"/>
                    <a:pt x="1006" y="2264"/>
                  </a:cubicBezTo>
                  <a:cubicBezTo>
                    <a:pt x="844" y="2264"/>
                    <a:pt x="687" y="2168"/>
                    <a:pt x="634" y="2010"/>
                  </a:cubicBezTo>
                  <a:lnTo>
                    <a:pt x="567" y="1843"/>
                  </a:lnTo>
                  <a:cubicBezTo>
                    <a:pt x="467" y="1643"/>
                    <a:pt x="567" y="1443"/>
                    <a:pt x="767" y="1343"/>
                  </a:cubicBezTo>
                  <a:lnTo>
                    <a:pt x="3069" y="442"/>
                  </a:lnTo>
                  <a:cubicBezTo>
                    <a:pt x="3102" y="409"/>
                    <a:pt x="3169" y="409"/>
                    <a:pt x="3202" y="409"/>
                  </a:cubicBezTo>
                  <a:close/>
                  <a:moveTo>
                    <a:pt x="3191" y="1"/>
                  </a:moveTo>
                  <a:cubicBezTo>
                    <a:pt x="3105" y="1"/>
                    <a:pt x="3019" y="14"/>
                    <a:pt x="2935" y="42"/>
                  </a:cubicBezTo>
                  <a:lnTo>
                    <a:pt x="634" y="976"/>
                  </a:lnTo>
                  <a:cubicBezTo>
                    <a:pt x="234" y="1109"/>
                    <a:pt x="0" y="1609"/>
                    <a:pt x="167" y="2010"/>
                  </a:cubicBezTo>
                  <a:lnTo>
                    <a:pt x="234" y="2177"/>
                  </a:lnTo>
                  <a:cubicBezTo>
                    <a:pt x="334" y="2377"/>
                    <a:pt x="467" y="2543"/>
                    <a:pt x="667" y="2610"/>
                  </a:cubicBezTo>
                  <a:cubicBezTo>
                    <a:pt x="767" y="2677"/>
                    <a:pt x="867" y="2677"/>
                    <a:pt x="1001" y="2677"/>
                  </a:cubicBezTo>
                  <a:cubicBezTo>
                    <a:pt x="1067" y="2677"/>
                    <a:pt x="1168" y="2677"/>
                    <a:pt x="1268" y="2644"/>
                  </a:cubicBezTo>
                  <a:lnTo>
                    <a:pt x="3603" y="1710"/>
                  </a:lnTo>
                  <a:cubicBezTo>
                    <a:pt x="4003" y="1543"/>
                    <a:pt x="4203" y="1076"/>
                    <a:pt x="4036" y="675"/>
                  </a:cubicBezTo>
                  <a:lnTo>
                    <a:pt x="3970" y="509"/>
                  </a:lnTo>
                  <a:cubicBezTo>
                    <a:pt x="3838" y="192"/>
                    <a:pt x="3518" y="1"/>
                    <a:pt x="3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1"/>
            <p:cNvSpPr/>
            <p:nvPr/>
          </p:nvSpPr>
          <p:spPr>
            <a:xfrm>
              <a:off x="4005525" y="1530275"/>
              <a:ext cx="100925" cy="78000"/>
            </a:xfrm>
            <a:custGeom>
              <a:avLst/>
              <a:gdLst/>
              <a:ahLst/>
              <a:cxnLst/>
              <a:rect l="l" t="t" r="r" b="b"/>
              <a:pathLst>
                <a:path w="4037" h="3120" extrusionOk="0">
                  <a:moveTo>
                    <a:pt x="2002" y="418"/>
                  </a:moveTo>
                  <a:lnTo>
                    <a:pt x="2002" y="451"/>
                  </a:lnTo>
                  <a:cubicBezTo>
                    <a:pt x="2026" y="450"/>
                    <a:pt x="2050" y="449"/>
                    <a:pt x="2073" y="449"/>
                  </a:cubicBezTo>
                  <a:cubicBezTo>
                    <a:pt x="2513" y="449"/>
                    <a:pt x="2911" y="740"/>
                    <a:pt x="3070" y="1152"/>
                  </a:cubicBezTo>
                  <a:lnTo>
                    <a:pt x="3503" y="2219"/>
                  </a:lnTo>
                  <a:lnTo>
                    <a:pt x="2436" y="2620"/>
                  </a:lnTo>
                  <a:cubicBezTo>
                    <a:pt x="2328" y="2662"/>
                    <a:pt x="2227" y="2681"/>
                    <a:pt x="2131" y="2681"/>
                  </a:cubicBezTo>
                  <a:cubicBezTo>
                    <a:pt x="1097" y="2681"/>
                    <a:pt x="781" y="418"/>
                    <a:pt x="2002" y="418"/>
                  </a:cubicBezTo>
                  <a:close/>
                  <a:moveTo>
                    <a:pt x="2013" y="0"/>
                  </a:moveTo>
                  <a:cubicBezTo>
                    <a:pt x="1524" y="0"/>
                    <a:pt x="1029" y="222"/>
                    <a:pt x="701" y="685"/>
                  </a:cubicBezTo>
                  <a:cubicBezTo>
                    <a:pt x="1" y="1719"/>
                    <a:pt x="768" y="3120"/>
                    <a:pt x="2002" y="3120"/>
                  </a:cubicBezTo>
                  <a:cubicBezTo>
                    <a:pt x="2202" y="3120"/>
                    <a:pt x="2402" y="3087"/>
                    <a:pt x="2603" y="3020"/>
                  </a:cubicBezTo>
                  <a:lnTo>
                    <a:pt x="4037" y="2453"/>
                  </a:lnTo>
                  <a:lnTo>
                    <a:pt x="3470" y="985"/>
                  </a:lnTo>
                  <a:cubicBezTo>
                    <a:pt x="3212" y="340"/>
                    <a:pt x="2617" y="0"/>
                    <a:pt x="201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1"/>
            <p:cNvSpPr/>
            <p:nvPr/>
          </p:nvSpPr>
          <p:spPr>
            <a:xfrm>
              <a:off x="4093100" y="1557400"/>
              <a:ext cx="150125" cy="226000"/>
            </a:xfrm>
            <a:custGeom>
              <a:avLst/>
              <a:gdLst/>
              <a:ahLst/>
              <a:cxnLst/>
              <a:rect l="l" t="t" r="r" b="b"/>
              <a:pathLst>
                <a:path w="6005" h="9040" extrusionOk="0">
                  <a:moveTo>
                    <a:pt x="2869" y="0"/>
                  </a:moveTo>
                  <a:lnTo>
                    <a:pt x="0" y="1134"/>
                  </a:lnTo>
                  <a:lnTo>
                    <a:pt x="3136" y="9040"/>
                  </a:lnTo>
                  <a:lnTo>
                    <a:pt x="3503" y="8873"/>
                  </a:lnTo>
                  <a:lnTo>
                    <a:pt x="534" y="1368"/>
                  </a:lnTo>
                  <a:lnTo>
                    <a:pt x="2635" y="534"/>
                  </a:lnTo>
                  <a:lnTo>
                    <a:pt x="5604" y="8073"/>
                  </a:lnTo>
                  <a:lnTo>
                    <a:pt x="6005" y="7906"/>
                  </a:lnTo>
                  <a:lnTo>
                    <a:pt x="28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1"/>
            <p:cNvSpPr/>
            <p:nvPr/>
          </p:nvSpPr>
          <p:spPr>
            <a:xfrm>
              <a:off x="4134400" y="1480525"/>
              <a:ext cx="93825" cy="90225"/>
            </a:xfrm>
            <a:custGeom>
              <a:avLst/>
              <a:gdLst/>
              <a:ahLst/>
              <a:cxnLst/>
              <a:rect l="l" t="t" r="r" b="b"/>
              <a:pathLst>
                <a:path w="3753" h="3609" extrusionOk="0">
                  <a:moveTo>
                    <a:pt x="1884" y="440"/>
                  </a:moveTo>
                  <a:cubicBezTo>
                    <a:pt x="3118" y="440"/>
                    <a:pt x="3452" y="2174"/>
                    <a:pt x="2284" y="2641"/>
                  </a:cubicBezTo>
                  <a:lnTo>
                    <a:pt x="1217" y="3075"/>
                  </a:lnTo>
                  <a:lnTo>
                    <a:pt x="817" y="2008"/>
                  </a:lnTo>
                  <a:cubicBezTo>
                    <a:pt x="583" y="1407"/>
                    <a:pt x="850" y="740"/>
                    <a:pt x="1450" y="507"/>
                  </a:cubicBezTo>
                  <a:cubicBezTo>
                    <a:pt x="1584" y="473"/>
                    <a:pt x="1717" y="440"/>
                    <a:pt x="1851" y="440"/>
                  </a:cubicBezTo>
                  <a:close/>
                  <a:moveTo>
                    <a:pt x="1850" y="1"/>
                  </a:moveTo>
                  <a:cubicBezTo>
                    <a:pt x="830" y="1"/>
                    <a:pt x="0" y="1059"/>
                    <a:pt x="416" y="2141"/>
                  </a:cubicBezTo>
                  <a:lnTo>
                    <a:pt x="983" y="3609"/>
                  </a:lnTo>
                  <a:lnTo>
                    <a:pt x="2451" y="3042"/>
                  </a:lnTo>
                  <a:cubicBezTo>
                    <a:pt x="3752" y="2508"/>
                    <a:pt x="3752" y="707"/>
                    <a:pt x="2485" y="140"/>
                  </a:cubicBezTo>
                  <a:cubicBezTo>
                    <a:pt x="2271" y="44"/>
                    <a:pt x="2056" y="1"/>
                    <a:pt x="18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1"/>
            <p:cNvSpPr/>
            <p:nvPr/>
          </p:nvSpPr>
          <p:spPr>
            <a:xfrm>
              <a:off x="4204000" y="2047750"/>
              <a:ext cx="116775" cy="20025"/>
            </a:xfrm>
            <a:custGeom>
              <a:avLst/>
              <a:gdLst/>
              <a:ahLst/>
              <a:cxnLst/>
              <a:rect l="l" t="t" r="r" b="b"/>
              <a:pathLst>
                <a:path w="4671" h="801" extrusionOk="0">
                  <a:moveTo>
                    <a:pt x="67" y="0"/>
                  </a:moveTo>
                  <a:lnTo>
                    <a:pt x="1" y="400"/>
                  </a:lnTo>
                  <a:cubicBezTo>
                    <a:pt x="1535" y="667"/>
                    <a:pt x="3103" y="801"/>
                    <a:pt x="4671" y="801"/>
                  </a:cubicBezTo>
                  <a:lnTo>
                    <a:pt x="4671" y="367"/>
                  </a:lnTo>
                  <a:cubicBezTo>
                    <a:pt x="3136" y="367"/>
                    <a:pt x="1602" y="234"/>
                    <a:pt x="67" y="0"/>
                  </a:cubicBez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1"/>
            <p:cNvSpPr/>
            <p:nvPr/>
          </p:nvSpPr>
          <p:spPr>
            <a:xfrm>
              <a:off x="3812900" y="1352250"/>
              <a:ext cx="1015750" cy="823100"/>
            </a:xfrm>
            <a:custGeom>
              <a:avLst/>
              <a:gdLst/>
              <a:ahLst/>
              <a:cxnLst/>
              <a:rect l="l" t="t" r="r" b="b"/>
              <a:pathLst>
                <a:path w="40630" h="32924" extrusionOk="0">
                  <a:moveTo>
                    <a:pt x="20315" y="0"/>
                  </a:moveTo>
                  <a:cubicBezTo>
                    <a:pt x="9107" y="0"/>
                    <a:pt x="0" y="6405"/>
                    <a:pt x="0" y="14310"/>
                  </a:cubicBezTo>
                  <a:cubicBezTo>
                    <a:pt x="0" y="20048"/>
                    <a:pt x="4870" y="25218"/>
                    <a:pt x="12376" y="27487"/>
                  </a:cubicBezTo>
                  <a:lnTo>
                    <a:pt x="12476" y="27053"/>
                  </a:lnTo>
                  <a:cubicBezTo>
                    <a:pt x="5137" y="24885"/>
                    <a:pt x="401" y="19848"/>
                    <a:pt x="401" y="14277"/>
                  </a:cubicBezTo>
                  <a:cubicBezTo>
                    <a:pt x="401" y="6638"/>
                    <a:pt x="9307" y="401"/>
                    <a:pt x="20281" y="401"/>
                  </a:cubicBezTo>
                  <a:cubicBezTo>
                    <a:pt x="31256" y="401"/>
                    <a:pt x="40196" y="6638"/>
                    <a:pt x="40196" y="14277"/>
                  </a:cubicBezTo>
                  <a:cubicBezTo>
                    <a:pt x="40196" y="22917"/>
                    <a:pt x="34858" y="30155"/>
                    <a:pt x="29721" y="32190"/>
                  </a:cubicBezTo>
                  <a:cubicBezTo>
                    <a:pt x="30389" y="30422"/>
                    <a:pt x="30455" y="28487"/>
                    <a:pt x="29922" y="26686"/>
                  </a:cubicBezTo>
                  <a:lnTo>
                    <a:pt x="29855" y="26486"/>
                  </a:lnTo>
                  <a:lnTo>
                    <a:pt x="29655" y="26553"/>
                  </a:lnTo>
                  <a:cubicBezTo>
                    <a:pt x="27987" y="27153"/>
                    <a:pt x="26286" y="27587"/>
                    <a:pt x="24518" y="27854"/>
                  </a:cubicBezTo>
                  <a:lnTo>
                    <a:pt x="24584" y="28287"/>
                  </a:lnTo>
                  <a:cubicBezTo>
                    <a:pt x="26286" y="28020"/>
                    <a:pt x="27987" y="27620"/>
                    <a:pt x="29588" y="27020"/>
                  </a:cubicBezTo>
                  <a:lnTo>
                    <a:pt x="29588" y="27020"/>
                  </a:lnTo>
                  <a:cubicBezTo>
                    <a:pt x="30088" y="28854"/>
                    <a:pt x="29922" y="30756"/>
                    <a:pt x="29154" y="32490"/>
                  </a:cubicBezTo>
                  <a:lnTo>
                    <a:pt x="28954" y="32924"/>
                  </a:lnTo>
                  <a:lnTo>
                    <a:pt x="29421" y="32757"/>
                  </a:lnTo>
                  <a:cubicBezTo>
                    <a:pt x="34792" y="30956"/>
                    <a:pt x="40629" y="23350"/>
                    <a:pt x="40629" y="14310"/>
                  </a:cubicBezTo>
                  <a:cubicBezTo>
                    <a:pt x="40629" y="6405"/>
                    <a:pt x="31523" y="0"/>
                    <a:pt x="20315" y="0"/>
                  </a:cubicBez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1"/>
            <p:cNvSpPr/>
            <p:nvPr/>
          </p:nvSpPr>
          <p:spPr>
            <a:xfrm>
              <a:off x="4436675" y="1439750"/>
              <a:ext cx="483700" cy="360400"/>
            </a:xfrm>
            <a:custGeom>
              <a:avLst/>
              <a:gdLst/>
              <a:ahLst/>
              <a:cxnLst/>
              <a:rect l="l" t="t" r="r" b="b"/>
              <a:pathLst>
                <a:path w="19348" h="14416" extrusionOk="0">
                  <a:moveTo>
                    <a:pt x="15934" y="1"/>
                  </a:moveTo>
                  <a:cubicBezTo>
                    <a:pt x="15817" y="1"/>
                    <a:pt x="15698" y="12"/>
                    <a:pt x="15578" y="36"/>
                  </a:cubicBezTo>
                  <a:lnTo>
                    <a:pt x="1668" y="2505"/>
                  </a:lnTo>
                  <a:cubicBezTo>
                    <a:pt x="668" y="2671"/>
                    <a:pt x="0" y="3639"/>
                    <a:pt x="201" y="4639"/>
                  </a:cubicBezTo>
                  <a:lnTo>
                    <a:pt x="1668" y="12912"/>
                  </a:lnTo>
                  <a:cubicBezTo>
                    <a:pt x="1815" y="13793"/>
                    <a:pt x="2582" y="14415"/>
                    <a:pt x="3446" y="14415"/>
                  </a:cubicBezTo>
                  <a:cubicBezTo>
                    <a:pt x="3564" y="14415"/>
                    <a:pt x="3683" y="14404"/>
                    <a:pt x="3803" y="14380"/>
                  </a:cubicBezTo>
                  <a:lnTo>
                    <a:pt x="17680" y="11911"/>
                  </a:lnTo>
                  <a:cubicBezTo>
                    <a:pt x="18680" y="11744"/>
                    <a:pt x="19348" y="10777"/>
                    <a:pt x="19181" y="9776"/>
                  </a:cubicBezTo>
                  <a:lnTo>
                    <a:pt x="17680" y="1504"/>
                  </a:lnTo>
                  <a:cubicBezTo>
                    <a:pt x="17533" y="623"/>
                    <a:pt x="16792" y="1"/>
                    <a:pt x="15934" y="1"/>
                  </a:cubicBez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1"/>
            <p:cNvSpPr/>
            <p:nvPr/>
          </p:nvSpPr>
          <p:spPr>
            <a:xfrm>
              <a:off x="4619300" y="1564050"/>
              <a:ext cx="123450" cy="129300"/>
            </a:xfrm>
            <a:custGeom>
              <a:avLst/>
              <a:gdLst/>
              <a:ahLst/>
              <a:cxnLst/>
              <a:rect l="l" t="t" r="r" b="b"/>
              <a:pathLst>
                <a:path w="4938" h="5172" extrusionOk="0">
                  <a:moveTo>
                    <a:pt x="1" y="1"/>
                  </a:moveTo>
                  <a:lnTo>
                    <a:pt x="935" y="5171"/>
                  </a:lnTo>
                  <a:lnTo>
                    <a:pt x="4937" y="1802"/>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1"/>
            <p:cNvSpPr/>
            <p:nvPr/>
          </p:nvSpPr>
          <p:spPr>
            <a:xfrm>
              <a:off x="2515300" y="3330325"/>
              <a:ext cx="952375" cy="114275"/>
            </a:xfrm>
            <a:custGeom>
              <a:avLst/>
              <a:gdLst/>
              <a:ahLst/>
              <a:cxnLst/>
              <a:rect l="l" t="t" r="r" b="b"/>
              <a:pathLst>
                <a:path w="38095" h="4571" extrusionOk="0">
                  <a:moveTo>
                    <a:pt x="1335" y="1"/>
                  </a:moveTo>
                  <a:cubicBezTo>
                    <a:pt x="601" y="1"/>
                    <a:pt x="1" y="601"/>
                    <a:pt x="1" y="1335"/>
                  </a:cubicBezTo>
                  <a:lnTo>
                    <a:pt x="1" y="3236"/>
                  </a:lnTo>
                  <a:cubicBezTo>
                    <a:pt x="1" y="3970"/>
                    <a:pt x="601" y="4570"/>
                    <a:pt x="1335" y="4570"/>
                  </a:cubicBezTo>
                  <a:lnTo>
                    <a:pt x="36760" y="4570"/>
                  </a:lnTo>
                  <a:cubicBezTo>
                    <a:pt x="37494" y="4570"/>
                    <a:pt x="38094" y="3970"/>
                    <a:pt x="38094" y="3236"/>
                  </a:cubicBezTo>
                  <a:lnTo>
                    <a:pt x="38094" y="1335"/>
                  </a:lnTo>
                  <a:cubicBezTo>
                    <a:pt x="38094" y="601"/>
                    <a:pt x="37494" y="1"/>
                    <a:pt x="36760" y="1"/>
                  </a:cubicBez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1"/>
            <p:cNvSpPr/>
            <p:nvPr/>
          </p:nvSpPr>
          <p:spPr>
            <a:xfrm>
              <a:off x="3383425" y="3444575"/>
              <a:ext cx="66725" cy="1069950"/>
            </a:xfrm>
            <a:custGeom>
              <a:avLst/>
              <a:gdLst/>
              <a:ahLst/>
              <a:cxnLst/>
              <a:rect l="l" t="t" r="r" b="b"/>
              <a:pathLst>
                <a:path w="2669" h="42798" extrusionOk="0">
                  <a:moveTo>
                    <a:pt x="0" y="0"/>
                  </a:moveTo>
                  <a:lnTo>
                    <a:pt x="1635" y="42798"/>
                  </a:lnTo>
                  <a:lnTo>
                    <a:pt x="2669" y="42798"/>
                  </a:lnTo>
                  <a:lnTo>
                    <a:pt x="1468" y="0"/>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1"/>
            <p:cNvSpPr/>
            <p:nvPr/>
          </p:nvSpPr>
          <p:spPr>
            <a:xfrm>
              <a:off x="3383425" y="3444575"/>
              <a:ext cx="66725" cy="1069950"/>
            </a:xfrm>
            <a:custGeom>
              <a:avLst/>
              <a:gdLst/>
              <a:ahLst/>
              <a:cxnLst/>
              <a:rect l="l" t="t" r="r" b="b"/>
              <a:pathLst>
                <a:path w="2669" h="42798" extrusionOk="0">
                  <a:moveTo>
                    <a:pt x="0" y="0"/>
                  </a:moveTo>
                  <a:lnTo>
                    <a:pt x="1635" y="42798"/>
                  </a:lnTo>
                  <a:lnTo>
                    <a:pt x="2669" y="42798"/>
                  </a:lnTo>
                  <a:lnTo>
                    <a:pt x="146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1"/>
            <p:cNvSpPr/>
            <p:nvPr/>
          </p:nvSpPr>
          <p:spPr>
            <a:xfrm>
              <a:off x="3154925" y="3444575"/>
              <a:ext cx="66750" cy="1069950"/>
            </a:xfrm>
            <a:custGeom>
              <a:avLst/>
              <a:gdLst/>
              <a:ahLst/>
              <a:cxnLst/>
              <a:rect l="l" t="t" r="r" b="b"/>
              <a:pathLst>
                <a:path w="2670" h="42798" extrusionOk="0">
                  <a:moveTo>
                    <a:pt x="1201" y="0"/>
                  </a:moveTo>
                  <a:lnTo>
                    <a:pt x="0" y="42798"/>
                  </a:lnTo>
                  <a:lnTo>
                    <a:pt x="1035" y="42798"/>
                  </a:lnTo>
                  <a:lnTo>
                    <a:pt x="2669" y="0"/>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1"/>
            <p:cNvSpPr/>
            <p:nvPr/>
          </p:nvSpPr>
          <p:spPr>
            <a:xfrm>
              <a:off x="3154925" y="3444575"/>
              <a:ext cx="66750" cy="1069950"/>
            </a:xfrm>
            <a:custGeom>
              <a:avLst/>
              <a:gdLst/>
              <a:ahLst/>
              <a:cxnLst/>
              <a:rect l="l" t="t" r="r" b="b"/>
              <a:pathLst>
                <a:path w="2670" h="42798" extrusionOk="0">
                  <a:moveTo>
                    <a:pt x="1201" y="0"/>
                  </a:moveTo>
                  <a:lnTo>
                    <a:pt x="0" y="42798"/>
                  </a:lnTo>
                  <a:lnTo>
                    <a:pt x="1035" y="42798"/>
                  </a:lnTo>
                  <a:lnTo>
                    <a:pt x="26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1"/>
            <p:cNvSpPr/>
            <p:nvPr/>
          </p:nvSpPr>
          <p:spPr>
            <a:xfrm>
              <a:off x="2761300" y="3444575"/>
              <a:ext cx="66750" cy="1069950"/>
            </a:xfrm>
            <a:custGeom>
              <a:avLst/>
              <a:gdLst/>
              <a:ahLst/>
              <a:cxnLst/>
              <a:rect l="l" t="t" r="r" b="b"/>
              <a:pathLst>
                <a:path w="2670" h="42798" extrusionOk="0">
                  <a:moveTo>
                    <a:pt x="1" y="0"/>
                  </a:moveTo>
                  <a:lnTo>
                    <a:pt x="1602" y="42798"/>
                  </a:lnTo>
                  <a:lnTo>
                    <a:pt x="2669" y="42798"/>
                  </a:lnTo>
                  <a:lnTo>
                    <a:pt x="1469" y="0"/>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1"/>
            <p:cNvSpPr/>
            <p:nvPr/>
          </p:nvSpPr>
          <p:spPr>
            <a:xfrm>
              <a:off x="2761300" y="3444575"/>
              <a:ext cx="66750" cy="1069950"/>
            </a:xfrm>
            <a:custGeom>
              <a:avLst/>
              <a:gdLst/>
              <a:ahLst/>
              <a:cxnLst/>
              <a:rect l="l" t="t" r="r" b="b"/>
              <a:pathLst>
                <a:path w="2670" h="42798" extrusionOk="0">
                  <a:moveTo>
                    <a:pt x="1" y="0"/>
                  </a:moveTo>
                  <a:lnTo>
                    <a:pt x="1602" y="42798"/>
                  </a:lnTo>
                  <a:lnTo>
                    <a:pt x="2669" y="42798"/>
                  </a:lnTo>
                  <a:lnTo>
                    <a:pt x="14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1"/>
            <p:cNvSpPr/>
            <p:nvPr/>
          </p:nvSpPr>
          <p:spPr>
            <a:xfrm>
              <a:off x="2531975" y="3444575"/>
              <a:ext cx="66750" cy="1069950"/>
            </a:xfrm>
            <a:custGeom>
              <a:avLst/>
              <a:gdLst/>
              <a:ahLst/>
              <a:cxnLst/>
              <a:rect l="l" t="t" r="r" b="b"/>
              <a:pathLst>
                <a:path w="2670" h="42798" extrusionOk="0">
                  <a:moveTo>
                    <a:pt x="1235" y="0"/>
                  </a:moveTo>
                  <a:lnTo>
                    <a:pt x="1" y="42798"/>
                  </a:lnTo>
                  <a:lnTo>
                    <a:pt x="1068" y="42798"/>
                  </a:lnTo>
                  <a:lnTo>
                    <a:pt x="2669" y="0"/>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1"/>
            <p:cNvSpPr/>
            <p:nvPr/>
          </p:nvSpPr>
          <p:spPr>
            <a:xfrm>
              <a:off x="2531975" y="3444575"/>
              <a:ext cx="66750" cy="1069950"/>
            </a:xfrm>
            <a:custGeom>
              <a:avLst/>
              <a:gdLst/>
              <a:ahLst/>
              <a:cxnLst/>
              <a:rect l="l" t="t" r="r" b="b"/>
              <a:pathLst>
                <a:path w="2670" h="42798" extrusionOk="0">
                  <a:moveTo>
                    <a:pt x="1235" y="0"/>
                  </a:moveTo>
                  <a:lnTo>
                    <a:pt x="1" y="42798"/>
                  </a:lnTo>
                  <a:lnTo>
                    <a:pt x="1068" y="42798"/>
                  </a:lnTo>
                  <a:lnTo>
                    <a:pt x="26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1"/>
            <p:cNvSpPr/>
            <p:nvPr/>
          </p:nvSpPr>
          <p:spPr>
            <a:xfrm>
              <a:off x="3628600" y="3991625"/>
              <a:ext cx="170975" cy="251050"/>
            </a:xfrm>
            <a:custGeom>
              <a:avLst/>
              <a:gdLst/>
              <a:ahLst/>
              <a:cxnLst/>
              <a:rect l="l" t="t" r="r" b="b"/>
              <a:pathLst>
                <a:path w="6839" h="10042" extrusionOk="0">
                  <a:moveTo>
                    <a:pt x="3736" y="1"/>
                  </a:moveTo>
                  <a:lnTo>
                    <a:pt x="0" y="1268"/>
                  </a:lnTo>
                  <a:lnTo>
                    <a:pt x="3069" y="10041"/>
                  </a:lnTo>
                  <a:lnTo>
                    <a:pt x="6839" y="8774"/>
                  </a:lnTo>
                  <a:lnTo>
                    <a:pt x="3736" y="1"/>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1"/>
            <p:cNvSpPr/>
            <p:nvPr/>
          </p:nvSpPr>
          <p:spPr>
            <a:xfrm>
              <a:off x="3684475" y="4165875"/>
              <a:ext cx="313000" cy="152650"/>
            </a:xfrm>
            <a:custGeom>
              <a:avLst/>
              <a:gdLst/>
              <a:ahLst/>
              <a:cxnLst/>
              <a:rect l="l" t="t" r="r" b="b"/>
              <a:pathLst>
                <a:path w="12520" h="6106" extrusionOk="0">
                  <a:moveTo>
                    <a:pt x="11071" y="0"/>
                  </a:moveTo>
                  <a:cubicBezTo>
                    <a:pt x="11004" y="0"/>
                    <a:pt x="10938" y="12"/>
                    <a:pt x="10875" y="36"/>
                  </a:cubicBezTo>
                  <a:cubicBezTo>
                    <a:pt x="9949" y="376"/>
                    <a:pt x="8690" y="513"/>
                    <a:pt x="7501" y="513"/>
                  </a:cubicBezTo>
                  <a:cubicBezTo>
                    <a:pt x="6591" y="513"/>
                    <a:pt x="5721" y="433"/>
                    <a:pt x="5071" y="303"/>
                  </a:cubicBezTo>
                  <a:cubicBezTo>
                    <a:pt x="4966" y="273"/>
                    <a:pt x="4854" y="256"/>
                    <a:pt x="4742" y="256"/>
                  </a:cubicBezTo>
                  <a:cubicBezTo>
                    <a:pt x="4604" y="256"/>
                    <a:pt x="4465" y="281"/>
                    <a:pt x="4337" y="336"/>
                  </a:cubicBezTo>
                  <a:lnTo>
                    <a:pt x="200" y="2171"/>
                  </a:lnTo>
                  <a:cubicBezTo>
                    <a:pt x="67" y="2237"/>
                    <a:pt x="0" y="2404"/>
                    <a:pt x="67" y="2538"/>
                  </a:cubicBezTo>
                  <a:lnTo>
                    <a:pt x="1635" y="5707"/>
                  </a:lnTo>
                  <a:cubicBezTo>
                    <a:pt x="1781" y="5951"/>
                    <a:pt x="2053" y="6106"/>
                    <a:pt x="2332" y="6106"/>
                  </a:cubicBezTo>
                  <a:cubicBezTo>
                    <a:pt x="2434" y="6106"/>
                    <a:pt x="2537" y="6085"/>
                    <a:pt x="2635" y="6040"/>
                  </a:cubicBezTo>
                  <a:cubicBezTo>
                    <a:pt x="4036" y="5373"/>
                    <a:pt x="4704" y="5006"/>
                    <a:pt x="6505" y="4205"/>
                  </a:cubicBezTo>
                  <a:cubicBezTo>
                    <a:pt x="7606" y="3738"/>
                    <a:pt x="9874" y="2838"/>
                    <a:pt x="11275" y="1971"/>
                  </a:cubicBezTo>
                  <a:cubicBezTo>
                    <a:pt x="12519" y="1151"/>
                    <a:pt x="11748" y="0"/>
                    <a:pt x="110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1"/>
            <p:cNvSpPr/>
            <p:nvPr/>
          </p:nvSpPr>
          <p:spPr>
            <a:xfrm>
              <a:off x="3628600" y="3991625"/>
              <a:ext cx="137625" cy="152650"/>
            </a:xfrm>
            <a:custGeom>
              <a:avLst/>
              <a:gdLst/>
              <a:ahLst/>
              <a:cxnLst/>
              <a:rect l="l" t="t" r="r" b="b"/>
              <a:pathLst>
                <a:path w="5505" h="6106" extrusionOk="0">
                  <a:moveTo>
                    <a:pt x="3770" y="1"/>
                  </a:moveTo>
                  <a:lnTo>
                    <a:pt x="0" y="1268"/>
                  </a:lnTo>
                  <a:lnTo>
                    <a:pt x="1702" y="6105"/>
                  </a:lnTo>
                  <a:lnTo>
                    <a:pt x="5504" y="5004"/>
                  </a:lnTo>
                  <a:lnTo>
                    <a:pt x="3770" y="1"/>
                  </a:lnTo>
                  <a:close/>
                </a:path>
              </a:pathLst>
            </a:custGeom>
            <a:solidFill>
              <a:srgbClr val="000000">
                <a:alpha val="40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1"/>
            <p:cNvSpPr/>
            <p:nvPr/>
          </p:nvSpPr>
          <p:spPr>
            <a:xfrm>
              <a:off x="2660400" y="3033450"/>
              <a:ext cx="1128325" cy="1072450"/>
            </a:xfrm>
            <a:custGeom>
              <a:avLst/>
              <a:gdLst/>
              <a:ahLst/>
              <a:cxnLst/>
              <a:rect l="l" t="t" r="r" b="b"/>
              <a:pathLst>
                <a:path w="45133" h="42898" extrusionOk="0">
                  <a:moveTo>
                    <a:pt x="15178" y="0"/>
                  </a:moveTo>
                  <a:lnTo>
                    <a:pt x="534" y="34"/>
                  </a:lnTo>
                  <a:cubicBezTo>
                    <a:pt x="534" y="34"/>
                    <a:pt x="1" y="6105"/>
                    <a:pt x="1468" y="10041"/>
                  </a:cubicBezTo>
                  <a:cubicBezTo>
                    <a:pt x="2683" y="13296"/>
                    <a:pt x="9824" y="13738"/>
                    <a:pt x="17674" y="13738"/>
                  </a:cubicBezTo>
                  <a:cubicBezTo>
                    <a:pt x="20603" y="13738"/>
                    <a:pt x="23631" y="13677"/>
                    <a:pt x="26486" y="13677"/>
                  </a:cubicBezTo>
                  <a:cubicBezTo>
                    <a:pt x="27787" y="21049"/>
                    <a:pt x="37994" y="42898"/>
                    <a:pt x="37994" y="42898"/>
                  </a:cubicBezTo>
                  <a:lnTo>
                    <a:pt x="45133" y="40796"/>
                  </a:lnTo>
                  <a:cubicBezTo>
                    <a:pt x="45133" y="40796"/>
                    <a:pt x="38428" y="21749"/>
                    <a:pt x="35459" y="9574"/>
                  </a:cubicBezTo>
                  <a:cubicBezTo>
                    <a:pt x="33925" y="3403"/>
                    <a:pt x="15178" y="0"/>
                    <a:pt x="15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1"/>
            <p:cNvSpPr/>
            <p:nvPr/>
          </p:nvSpPr>
          <p:spPr>
            <a:xfrm>
              <a:off x="3563550" y="3974125"/>
              <a:ext cx="245200" cy="162625"/>
            </a:xfrm>
            <a:custGeom>
              <a:avLst/>
              <a:gdLst/>
              <a:ahLst/>
              <a:cxnLst/>
              <a:rect l="l" t="t" r="r" b="b"/>
              <a:pathLst>
                <a:path w="9808" h="6505" extrusionOk="0">
                  <a:moveTo>
                    <a:pt x="9107" y="0"/>
                  </a:moveTo>
                  <a:lnTo>
                    <a:pt x="0" y="3203"/>
                  </a:lnTo>
                  <a:lnTo>
                    <a:pt x="1468" y="6505"/>
                  </a:lnTo>
                  <a:lnTo>
                    <a:pt x="9807" y="3770"/>
                  </a:lnTo>
                  <a:lnTo>
                    <a:pt x="9107" y="0"/>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1"/>
            <p:cNvSpPr/>
            <p:nvPr/>
          </p:nvSpPr>
          <p:spPr>
            <a:xfrm>
              <a:off x="3243325" y="4027500"/>
              <a:ext cx="157625" cy="256025"/>
            </a:xfrm>
            <a:custGeom>
              <a:avLst/>
              <a:gdLst/>
              <a:ahLst/>
              <a:cxnLst/>
              <a:rect l="l" t="t" r="r" b="b"/>
              <a:pathLst>
                <a:path w="6305" h="10241" extrusionOk="0">
                  <a:moveTo>
                    <a:pt x="3870" y="0"/>
                  </a:moveTo>
                  <a:lnTo>
                    <a:pt x="0" y="867"/>
                  </a:lnTo>
                  <a:lnTo>
                    <a:pt x="2135" y="9941"/>
                  </a:lnTo>
                  <a:lnTo>
                    <a:pt x="6305" y="10241"/>
                  </a:lnTo>
                  <a:lnTo>
                    <a:pt x="3870" y="0"/>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1"/>
            <p:cNvSpPr/>
            <p:nvPr/>
          </p:nvSpPr>
          <p:spPr>
            <a:xfrm>
              <a:off x="3273350" y="4246650"/>
              <a:ext cx="296900" cy="133200"/>
            </a:xfrm>
            <a:custGeom>
              <a:avLst/>
              <a:gdLst/>
              <a:ahLst/>
              <a:cxnLst/>
              <a:rect l="l" t="t" r="r" b="b"/>
              <a:pathLst>
                <a:path w="11876" h="5328" extrusionOk="0">
                  <a:moveTo>
                    <a:pt x="471" y="1"/>
                  </a:moveTo>
                  <a:cubicBezTo>
                    <a:pt x="335" y="1"/>
                    <a:pt x="234" y="95"/>
                    <a:pt x="234" y="241"/>
                  </a:cubicBezTo>
                  <a:lnTo>
                    <a:pt x="0" y="3776"/>
                  </a:lnTo>
                  <a:cubicBezTo>
                    <a:pt x="0" y="4177"/>
                    <a:pt x="300" y="4477"/>
                    <a:pt x="701" y="4544"/>
                  </a:cubicBezTo>
                  <a:cubicBezTo>
                    <a:pt x="2235" y="4710"/>
                    <a:pt x="3002" y="4677"/>
                    <a:pt x="4970" y="4911"/>
                  </a:cubicBezTo>
                  <a:cubicBezTo>
                    <a:pt x="6030" y="5028"/>
                    <a:pt x="7999" y="5328"/>
                    <a:pt x="9594" y="5328"/>
                  </a:cubicBezTo>
                  <a:cubicBezTo>
                    <a:pt x="9806" y="5328"/>
                    <a:pt x="10011" y="5323"/>
                    <a:pt x="10207" y="5311"/>
                  </a:cubicBezTo>
                  <a:cubicBezTo>
                    <a:pt x="11875" y="5244"/>
                    <a:pt x="11575" y="3576"/>
                    <a:pt x="10841" y="3443"/>
                  </a:cubicBezTo>
                  <a:cubicBezTo>
                    <a:pt x="9107" y="3176"/>
                    <a:pt x="6805" y="1808"/>
                    <a:pt x="5671" y="808"/>
                  </a:cubicBezTo>
                  <a:cubicBezTo>
                    <a:pt x="5504" y="641"/>
                    <a:pt x="5237" y="507"/>
                    <a:pt x="5004" y="474"/>
                  </a:cubicBezTo>
                  <a:lnTo>
                    <a:pt x="534" y="7"/>
                  </a:lnTo>
                  <a:cubicBezTo>
                    <a:pt x="512" y="3"/>
                    <a:pt x="491" y="1"/>
                    <a:pt x="4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1"/>
            <p:cNvSpPr/>
            <p:nvPr/>
          </p:nvSpPr>
          <p:spPr>
            <a:xfrm>
              <a:off x="3243325" y="4027500"/>
              <a:ext cx="127600" cy="146800"/>
            </a:xfrm>
            <a:custGeom>
              <a:avLst/>
              <a:gdLst/>
              <a:ahLst/>
              <a:cxnLst/>
              <a:rect l="l" t="t" r="r" b="b"/>
              <a:pathLst>
                <a:path w="5104" h="5872" extrusionOk="0">
                  <a:moveTo>
                    <a:pt x="3870" y="0"/>
                  </a:moveTo>
                  <a:lnTo>
                    <a:pt x="0" y="901"/>
                  </a:lnTo>
                  <a:lnTo>
                    <a:pt x="1168" y="5871"/>
                  </a:lnTo>
                  <a:lnTo>
                    <a:pt x="5104" y="5204"/>
                  </a:lnTo>
                  <a:lnTo>
                    <a:pt x="3870" y="0"/>
                  </a:lnTo>
                  <a:close/>
                </a:path>
              </a:pathLst>
            </a:custGeom>
            <a:solidFill>
              <a:srgbClr val="000000">
                <a:alpha val="404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1"/>
            <p:cNvSpPr/>
            <p:nvPr/>
          </p:nvSpPr>
          <p:spPr>
            <a:xfrm>
              <a:off x="2491950" y="3033450"/>
              <a:ext cx="906500" cy="1095800"/>
            </a:xfrm>
            <a:custGeom>
              <a:avLst/>
              <a:gdLst/>
              <a:ahLst/>
              <a:cxnLst/>
              <a:rect l="l" t="t" r="r" b="b"/>
              <a:pathLst>
                <a:path w="36260" h="43832" extrusionOk="0">
                  <a:moveTo>
                    <a:pt x="534" y="0"/>
                  </a:moveTo>
                  <a:cubicBezTo>
                    <a:pt x="534" y="0"/>
                    <a:pt x="1" y="6071"/>
                    <a:pt x="1468" y="10041"/>
                  </a:cubicBezTo>
                  <a:cubicBezTo>
                    <a:pt x="2815" y="13649"/>
                    <a:pt x="11529" y="13997"/>
                    <a:pt x="18735" y="13997"/>
                  </a:cubicBezTo>
                  <a:cubicBezTo>
                    <a:pt x="20455" y="13997"/>
                    <a:pt x="22090" y="13977"/>
                    <a:pt x="23517" y="13977"/>
                  </a:cubicBezTo>
                  <a:cubicBezTo>
                    <a:pt x="23584" y="21449"/>
                    <a:pt x="28955" y="43832"/>
                    <a:pt x="28955" y="43832"/>
                  </a:cubicBezTo>
                  <a:lnTo>
                    <a:pt x="36260" y="42531"/>
                  </a:lnTo>
                  <a:cubicBezTo>
                    <a:pt x="36260" y="42531"/>
                    <a:pt x="32390" y="24518"/>
                    <a:pt x="33925" y="12076"/>
                  </a:cubicBezTo>
                  <a:cubicBezTo>
                    <a:pt x="34959" y="3436"/>
                    <a:pt x="12143" y="0"/>
                    <a:pt x="12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1"/>
            <p:cNvSpPr/>
            <p:nvPr/>
          </p:nvSpPr>
          <p:spPr>
            <a:xfrm>
              <a:off x="3174950" y="4017475"/>
              <a:ext cx="242675" cy="142625"/>
            </a:xfrm>
            <a:custGeom>
              <a:avLst/>
              <a:gdLst/>
              <a:ahLst/>
              <a:cxnLst/>
              <a:rect l="l" t="t" r="r" b="b"/>
              <a:pathLst>
                <a:path w="9707" h="5705" extrusionOk="0">
                  <a:moveTo>
                    <a:pt x="9407" y="1"/>
                  </a:moveTo>
                  <a:lnTo>
                    <a:pt x="0" y="2236"/>
                  </a:lnTo>
                  <a:lnTo>
                    <a:pt x="1134" y="5705"/>
                  </a:lnTo>
                  <a:lnTo>
                    <a:pt x="9707" y="3837"/>
                  </a:lnTo>
                  <a:lnTo>
                    <a:pt x="9407" y="1"/>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1"/>
            <p:cNvSpPr/>
            <p:nvPr/>
          </p:nvSpPr>
          <p:spPr>
            <a:xfrm>
              <a:off x="2963950" y="2433850"/>
              <a:ext cx="459525" cy="571475"/>
            </a:xfrm>
            <a:custGeom>
              <a:avLst/>
              <a:gdLst/>
              <a:ahLst/>
              <a:cxnLst/>
              <a:rect l="l" t="t" r="r" b="b"/>
              <a:pathLst>
                <a:path w="18381" h="22859" extrusionOk="0">
                  <a:moveTo>
                    <a:pt x="9233" y="16874"/>
                  </a:moveTo>
                  <a:cubicBezTo>
                    <a:pt x="9245" y="16874"/>
                    <a:pt x="9281" y="16886"/>
                    <a:pt x="9341" y="16946"/>
                  </a:cubicBezTo>
                  <a:lnTo>
                    <a:pt x="9407" y="17013"/>
                  </a:lnTo>
                  <a:cubicBezTo>
                    <a:pt x="9341" y="16979"/>
                    <a:pt x="9274" y="16946"/>
                    <a:pt x="9241" y="16879"/>
                  </a:cubicBezTo>
                  <a:cubicBezTo>
                    <a:pt x="9227" y="16879"/>
                    <a:pt x="9225" y="16874"/>
                    <a:pt x="9233" y="16874"/>
                  </a:cubicBezTo>
                  <a:close/>
                  <a:moveTo>
                    <a:pt x="5304" y="1"/>
                  </a:moveTo>
                  <a:lnTo>
                    <a:pt x="1" y="1235"/>
                  </a:lnTo>
                  <a:cubicBezTo>
                    <a:pt x="568" y="3703"/>
                    <a:pt x="1168" y="6105"/>
                    <a:pt x="1835" y="8507"/>
                  </a:cubicBezTo>
                  <a:cubicBezTo>
                    <a:pt x="2469" y="10942"/>
                    <a:pt x="3170" y="13310"/>
                    <a:pt x="3903" y="15745"/>
                  </a:cubicBezTo>
                  <a:cubicBezTo>
                    <a:pt x="4070" y="16346"/>
                    <a:pt x="4304" y="16946"/>
                    <a:pt x="4504" y="17546"/>
                  </a:cubicBezTo>
                  <a:lnTo>
                    <a:pt x="4804" y="18447"/>
                  </a:lnTo>
                  <a:lnTo>
                    <a:pt x="4971" y="18914"/>
                  </a:lnTo>
                  <a:lnTo>
                    <a:pt x="5038" y="19114"/>
                  </a:lnTo>
                  <a:cubicBezTo>
                    <a:pt x="5104" y="19281"/>
                    <a:pt x="5171" y="19414"/>
                    <a:pt x="5271" y="19548"/>
                  </a:cubicBezTo>
                  <a:lnTo>
                    <a:pt x="5371" y="19748"/>
                  </a:lnTo>
                  <a:lnTo>
                    <a:pt x="5505" y="19915"/>
                  </a:lnTo>
                  <a:cubicBezTo>
                    <a:pt x="5571" y="20015"/>
                    <a:pt x="5638" y="20115"/>
                    <a:pt x="5738" y="20182"/>
                  </a:cubicBezTo>
                  <a:cubicBezTo>
                    <a:pt x="5972" y="20449"/>
                    <a:pt x="6238" y="20649"/>
                    <a:pt x="6505" y="20849"/>
                  </a:cubicBezTo>
                  <a:cubicBezTo>
                    <a:pt x="6705" y="20982"/>
                    <a:pt x="6939" y="21082"/>
                    <a:pt x="7172" y="21182"/>
                  </a:cubicBezTo>
                  <a:cubicBezTo>
                    <a:pt x="7506" y="21383"/>
                    <a:pt x="7906" y="21516"/>
                    <a:pt x="8273" y="21649"/>
                  </a:cubicBezTo>
                  <a:cubicBezTo>
                    <a:pt x="8940" y="21850"/>
                    <a:pt x="9608" y="22016"/>
                    <a:pt x="10308" y="22150"/>
                  </a:cubicBezTo>
                  <a:cubicBezTo>
                    <a:pt x="11576" y="22417"/>
                    <a:pt x="12877" y="22583"/>
                    <a:pt x="14177" y="22717"/>
                  </a:cubicBezTo>
                  <a:cubicBezTo>
                    <a:pt x="15221" y="22799"/>
                    <a:pt x="16264" y="22859"/>
                    <a:pt x="17325" y="22859"/>
                  </a:cubicBezTo>
                  <a:cubicBezTo>
                    <a:pt x="17554" y="22859"/>
                    <a:pt x="17783" y="22856"/>
                    <a:pt x="18014" y="22850"/>
                  </a:cubicBezTo>
                  <a:lnTo>
                    <a:pt x="18380" y="20182"/>
                  </a:lnTo>
                  <a:cubicBezTo>
                    <a:pt x="16045" y="19448"/>
                    <a:pt x="13644" y="18781"/>
                    <a:pt x="11476" y="17980"/>
                  </a:cubicBezTo>
                  <a:cubicBezTo>
                    <a:pt x="10942" y="17747"/>
                    <a:pt x="10408" y="17546"/>
                    <a:pt x="9974" y="17346"/>
                  </a:cubicBezTo>
                  <a:cubicBezTo>
                    <a:pt x="9837" y="17277"/>
                    <a:pt x="9699" y="17193"/>
                    <a:pt x="9572" y="17114"/>
                  </a:cubicBezTo>
                  <a:lnTo>
                    <a:pt x="9572" y="17114"/>
                  </a:lnTo>
                  <a:lnTo>
                    <a:pt x="9541" y="16979"/>
                  </a:lnTo>
                  <a:lnTo>
                    <a:pt x="9307" y="16112"/>
                  </a:lnTo>
                  <a:lnTo>
                    <a:pt x="8840" y="14344"/>
                  </a:lnTo>
                  <a:cubicBezTo>
                    <a:pt x="8240" y="11976"/>
                    <a:pt x="7673" y="9574"/>
                    <a:pt x="7072" y="7206"/>
                  </a:cubicBezTo>
                  <a:cubicBezTo>
                    <a:pt x="6505" y="4804"/>
                    <a:pt x="5905" y="2402"/>
                    <a:pt x="5304" y="1"/>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1"/>
            <p:cNvSpPr/>
            <p:nvPr/>
          </p:nvSpPr>
          <p:spPr>
            <a:xfrm>
              <a:off x="2872225" y="2333525"/>
              <a:ext cx="282725" cy="318000"/>
            </a:xfrm>
            <a:custGeom>
              <a:avLst/>
              <a:gdLst/>
              <a:ahLst/>
              <a:cxnLst/>
              <a:rect l="l" t="t" r="r" b="b"/>
              <a:pathLst>
                <a:path w="11309" h="12720" extrusionOk="0">
                  <a:moveTo>
                    <a:pt x="5423" y="0"/>
                  </a:moveTo>
                  <a:cubicBezTo>
                    <a:pt x="4593" y="0"/>
                    <a:pt x="3790" y="378"/>
                    <a:pt x="3103" y="1145"/>
                  </a:cubicBezTo>
                  <a:cubicBezTo>
                    <a:pt x="0" y="4614"/>
                    <a:pt x="1468" y="8984"/>
                    <a:pt x="3169" y="12720"/>
                  </a:cubicBezTo>
                  <a:lnTo>
                    <a:pt x="11075" y="10285"/>
                  </a:lnTo>
                  <a:cubicBezTo>
                    <a:pt x="11075" y="10285"/>
                    <a:pt x="11308" y="8850"/>
                    <a:pt x="10541" y="6082"/>
                  </a:cubicBezTo>
                  <a:cubicBezTo>
                    <a:pt x="9465" y="2081"/>
                    <a:pt x="7372" y="0"/>
                    <a:pt x="5423" y="0"/>
                  </a:cubicBez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1"/>
            <p:cNvSpPr/>
            <p:nvPr/>
          </p:nvSpPr>
          <p:spPr>
            <a:xfrm>
              <a:off x="2872225" y="2333525"/>
              <a:ext cx="282725" cy="318000"/>
            </a:xfrm>
            <a:custGeom>
              <a:avLst/>
              <a:gdLst/>
              <a:ahLst/>
              <a:cxnLst/>
              <a:rect l="l" t="t" r="r" b="b"/>
              <a:pathLst>
                <a:path w="11309" h="12720" extrusionOk="0">
                  <a:moveTo>
                    <a:pt x="5423" y="0"/>
                  </a:moveTo>
                  <a:cubicBezTo>
                    <a:pt x="4593" y="0"/>
                    <a:pt x="3790" y="378"/>
                    <a:pt x="3103" y="1145"/>
                  </a:cubicBezTo>
                  <a:cubicBezTo>
                    <a:pt x="0" y="4614"/>
                    <a:pt x="1468" y="8984"/>
                    <a:pt x="3169" y="12720"/>
                  </a:cubicBezTo>
                  <a:lnTo>
                    <a:pt x="11075" y="10285"/>
                  </a:lnTo>
                  <a:cubicBezTo>
                    <a:pt x="11075" y="10285"/>
                    <a:pt x="11308" y="8850"/>
                    <a:pt x="10541" y="6082"/>
                  </a:cubicBezTo>
                  <a:cubicBezTo>
                    <a:pt x="9465" y="2081"/>
                    <a:pt x="7372" y="0"/>
                    <a:pt x="5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1"/>
            <p:cNvSpPr/>
            <p:nvPr/>
          </p:nvSpPr>
          <p:spPr>
            <a:xfrm>
              <a:off x="3366750" y="2903050"/>
              <a:ext cx="190150" cy="108525"/>
            </a:xfrm>
            <a:custGeom>
              <a:avLst/>
              <a:gdLst/>
              <a:ahLst/>
              <a:cxnLst/>
              <a:rect l="l" t="t" r="r" b="b"/>
              <a:pathLst>
                <a:path w="7606" h="4341" extrusionOk="0">
                  <a:moveTo>
                    <a:pt x="4682" y="1"/>
                  </a:moveTo>
                  <a:cubicBezTo>
                    <a:pt x="4577" y="1"/>
                    <a:pt x="4472" y="5"/>
                    <a:pt x="4370" y="13"/>
                  </a:cubicBezTo>
                  <a:lnTo>
                    <a:pt x="2836" y="213"/>
                  </a:lnTo>
                  <a:cubicBezTo>
                    <a:pt x="1868" y="446"/>
                    <a:pt x="1001" y="1080"/>
                    <a:pt x="534" y="1981"/>
                  </a:cubicBezTo>
                  <a:lnTo>
                    <a:pt x="0" y="2981"/>
                  </a:lnTo>
                  <a:cubicBezTo>
                    <a:pt x="163" y="4118"/>
                    <a:pt x="1623" y="4341"/>
                    <a:pt x="2741" y="4341"/>
                  </a:cubicBezTo>
                  <a:cubicBezTo>
                    <a:pt x="3459" y="4341"/>
                    <a:pt x="4036" y="4249"/>
                    <a:pt x="4036" y="4249"/>
                  </a:cubicBezTo>
                  <a:lnTo>
                    <a:pt x="7606" y="4249"/>
                  </a:lnTo>
                  <a:lnTo>
                    <a:pt x="7472" y="1714"/>
                  </a:lnTo>
                  <a:cubicBezTo>
                    <a:pt x="7439" y="1080"/>
                    <a:pt x="7005" y="546"/>
                    <a:pt x="6405" y="346"/>
                  </a:cubicBezTo>
                  <a:lnTo>
                    <a:pt x="5704" y="146"/>
                  </a:lnTo>
                  <a:cubicBezTo>
                    <a:pt x="5373" y="44"/>
                    <a:pt x="5022" y="1"/>
                    <a:pt x="4682" y="1"/>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1"/>
            <p:cNvSpPr/>
            <p:nvPr/>
          </p:nvSpPr>
          <p:spPr>
            <a:xfrm>
              <a:off x="3462775" y="2802925"/>
              <a:ext cx="126650" cy="177075"/>
            </a:xfrm>
            <a:custGeom>
              <a:avLst/>
              <a:gdLst/>
              <a:ahLst/>
              <a:cxnLst/>
              <a:rect l="l" t="t" r="r" b="b"/>
              <a:pathLst>
                <a:path w="5066" h="7083" extrusionOk="0">
                  <a:moveTo>
                    <a:pt x="4782" y="1"/>
                  </a:moveTo>
                  <a:cubicBezTo>
                    <a:pt x="4732" y="1"/>
                    <a:pt x="4681" y="15"/>
                    <a:pt x="4632" y="48"/>
                  </a:cubicBezTo>
                  <a:cubicBezTo>
                    <a:pt x="4031" y="415"/>
                    <a:pt x="3564" y="915"/>
                    <a:pt x="3231" y="1516"/>
                  </a:cubicBezTo>
                  <a:cubicBezTo>
                    <a:pt x="2864" y="2083"/>
                    <a:pt x="2497" y="2650"/>
                    <a:pt x="2130" y="3217"/>
                  </a:cubicBezTo>
                  <a:cubicBezTo>
                    <a:pt x="1430" y="4385"/>
                    <a:pt x="729" y="5519"/>
                    <a:pt x="95" y="6720"/>
                  </a:cubicBezTo>
                  <a:cubicBezTo>
                    <a:pt x="0" y="6909"/>
                    <a:pt x="142" y="7082"/>
                    <a:pt x="303" y="7082"/>
                  </a:cubicBezTo>
                  <a:cubicBezTo>
                    <a:pt x="369" y="7082"/>
                    <a:pt x="438" y="7054"/>
                    <a:pt x="496" y="6986"/>
                  </a:cubicBezTo>
                  <a:cubicBezTo>
                    <a:pt x="1396" y="5986"/>
                    <a:pt x="2197" y="4918"/>
                    <a:pt x="2997" y="3818"/>
                  </a:cubicBezTo>
                  <a:cubicBezTo>
                    <a:pt x="3398" y="3250"/>
                    <a:pt x="3798" y="2717"/>
                    <a:pt x="4165" y="2150"/>
                  </a:cubicBezTo>
                  <a:cubicBezTo>
                    <a:pt x="4599" y="1616"/>
                    <a:pt x="4899" y="982"/>
                    <a:pt x="4999" y="282"/>
                  </a:cubicBezTo>
                  <a:lnTo>
                    <a:pt x="5066" y="315"/>
                  </a:lnTo>
                  <a:cubicBezTo>
                    <a:pt x="5066" y="139"/>
                    <a:pt x="4933" y="1"/>
                    <a:pt x="47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1"/>
            <p:cNvSpPr/>
            <p:nvPr/>
          </p:nvSpPr>
          <p:spPr>
            <a:xfrm>
              <a:off x="2505300" y="2261900"/>
              <a:ext cx="612950" cy="772400"/>
            </a:xfrm>
            <a:custGeom>
              <a:avLst/>
              <a:gdLst/>
              <a:ahLst/>
              <a:cxnLst/>
              <a:rect l="l" t="t" r="r" b="b"/>
              <a:pathLst>
                <a:path w="24518" h="30896" extrusionOk="0">
                  <a:moveTo>
                    <a:pt x="7919" y="1"/>
                  </a:moveTo>
                  <a:cubicBezTo>
                    <a:pt x="6209" y="1"/>
                    <a:pt x="4714" y="1111"/>
                    <a:pt x="4170" y="2742"/>
                  </a:cubicBezTo>
                  <a:cubicBezTo>
                    <a:pt x="3102" y="6078"/>
                    <a:pt x="2102" y="10881"/>
                    <a:pt x="1368" y="15051"/>
                  </a:cubicBezTo>
                  <a:cubicBezTo>
                    <a:pt x="467" y="20255"/>
                    <a:pt x="34" y="25559"/>
                    <a:pt x="0" y="30896"/>
                  </a:cubicBezTo>
                  <a:lnTo>
                    <a:pt x="21382" y="30896"/>
                  </a:lnTo>
                  <a:cubicBezTo>
                    <a:pt x="21816" y="19021"/>
                    <a:pt x="23217" y="13216"/>
                    <a:pt x="24051" y="9013"/>
                  </a:cubicBezTo>
                  <a:cubicBezTo>
                    <a:pt x="24518" y="6478"/>
                    <a:pt x="23250" y="3876"/>
                    <a:pt x="20882" y="2776"/>
                  </a:cubicBezTo>
                  <a:lnTo>
                    <a:pt x="18313" y="1508"/>
                  </a:lnTo>
                  <a:lnTo>
                    <a:pt x="13877" y="274"/>
                  </a:lnTo>
                  <a:lnTo>
                    <a:pt x="8139" y="7"/>
                  </a:lnTo>
                  <a:cubicBezTo>
                    <a:pt x="8066" y="3"/>
                    <a:pt x="7992" y="1"/>
                    <a:pt x="7919" y="1"/>
                  </a:cubicBez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1"/>
            <p:cNvSpPr/>
            <p:nvPr/>
          </p:nvSpPr>
          <p:spPr>
            <a:xfrm>
              <a:off x="2813850" y="2320425"/>
              <a:ext cx="173475" cy="138475"/>
            </a:xfrm>
            <a:custGeom>
              <a:avLst/>
              <a:gdLst/>
              <a:ahLst/>
              <a:cxnLst/>
              <a:rect l="l" t="t" r="r" b="b"/>
              <a:pathLst>
                <a:path w="6939" h="5539" extrusionOk="0">
                  <a:moveTo>
                    <a:pt x="0" y="1"/>
                  </a:moveTo>
                  <a:lnTo>
                    <a:pt x="0" y="1"/>
                  </a:lnTo>
                  <a:cubicBezTo>
                    <a:pt x="534" y="1402"/>
                    <a:pt x="2636" y="4371"/>
                    <a:pt x="5071" y="5538"/>
                  </a:cubicBezTo>
                  <a:cubicBezTo>
                    <a:pt x="6438" y="4571"/>
                    <a:pt x="6739" y="2436"/>
                    <a:pt x="6939" y="1435"/>
                  </a:cubicBez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1"/>
            <p:cNvSpPr/>
            <p:nvPr/>
          </p:nvSpPr>
          <p:spPr>
            <a:xfrm>
              <a:off x="2803850" y="2087775"/>
              <a:ext cx="206825" cy="345275"/>
            </a:xfrm>
            <a:custGeom>
              <a:avLst/>
              <a:gdLst/>
              <a:ahLst/>
              <a:cxnLst/>
              <a:rect l="l" t="t" r="r" b="b"/>
              <a:pathLst>
                <a:path w="8273" h="13811" extrusionOk="0">
                  <a:moveTo>
                    <a:pt x="3169" y="0"/>
                  </a:moveTo>
                  <a:cubicBezTo>
                    <a:pt x="2969" y="2469"/>
                    <a:pt x="2802" y="5538"/>
                    <a:pt x="834" y="7439"/>
                  </a:cubicBezTo>
                  <a:cubicBezTo>
                    <a:pt x="134" y="8106"/>
                    <a:pt x="0" y="8340"/>
                    <a:pt x="400" y="9307"/>
                  </a:cubicBezTo>
                  <a:cubicBezTo>
                    <a:pt x="934" y="10708"/>
                    <a:pt x="2902" y="12643"/>
                    <a:pt x="5304" y="13810"/>
                  </a:cubicBezTo>
                  <a:cubicBezTo>
                    <a:pt x="6371" y="13110"/>
                    <a:pt x="7105" y="11976"/>
                    <a:pt x="7339" y="10741"/>
                  </a:cubicBezTo>
                  <a:cubicBezTo>
                    <a:pt x="7472" y="10174"/>
                    <a:pt x="7439" y="9607"/>
                    <a:pt x="7139" y="9107"/>
                  </a:cubicBezTo>
                  <a:cubicBezTo>
                    <a:pt x="6805" y="8540"/>
                    <a:pt x="6905" y="7939"/>
                    <a:pt x="7239" y="7306"/>
                  </a:cubicBezTo>
                  <a:cubicBezTo>
                    <a:pt x="7505" y="6772"/>
                    <a:pt x="7839" y="6305"/>
                    <a:pt x="8273" y="5905"/>
                  </a:cubicBezTo>
                  <a:lnTo>
                    <a:pt x="5471" y="2636"/>
                  </a:lnTo>
                  <a:lnTo>
                    <a:pt x="3169" y="0"/>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1"/>
            <p:cNvSpPr/>
            <p:nvPr/>
          </p:nvSpPr>
          <p:spPr>
            <a:xfrm>
              <a:off x="2930600" y="2156975"/>
              <a:ext cx="80075" cy="118450"/>
            </a:xfrm>
            <a:custGeom>
              <a:avLst/>
              <a:gdLst/>
              <a:ahLst/>
              <a:cxnLst/>
              <a:rect l="l" t="t" r="r" b="b"/>
              <a:pathLst>
                <a:path w="3203" h="4738" extrusionOk="0">
                  <a:moveTo>
                    <a:pt x="734" y="1"/>
                  </a:moveTo>
                  <a:cubicBezTo>
                    <a:pt x="734" y="68"/>
                    <a:pt x="668" y="134"/>
                    <a:pt x="634" y="234"/>
                  </a:cubicBezTo>
                  <a:cubicBezTo>
                    <a:pt x="501" y="535"/>
                    <a:pt x="401" y="868"/>
                    <a:pt x="301" y="1202"/>
                  </a:cubicBezTo>
                  <a:cubicBezTo>
                    <a:pt x="0" y="2336"/>
                    <a:pt x="968" y="3970"/>
                    <a:pt x="2035" y="4738"/>
                  </a:cubicBezTo>
                  <a:cubicBezTo>
                    <a:pt x="2102" y="4671"/>
                    <a:pt x="2135" y="4604"/>
                    <a:pt x="2169" y="4538"/>
                  </a:cubicBezTo>
                  <a:cubicBezTo>
                    <a:pt x="2435" y="4037"/>
                    <a:pt x="2769" y="3604"/>
                    <a:pt x="3136" y="3170"/>
                  </a:cubicBezTo>
                  <a:cubicBezTo>
                    <a:pt x="3136" y="3170"/>
                    <a:pt x="3169" y="3137"/>
                    <a:pt x="3203" y="3137"/>
                  </a:cubicBezTo>
                  <a:lnTo>
                    <a:pt x="2335" y="2569"/>
                  </a:lnTo>
                  <a:lnTo>
                    <a:pt x="734" y="1"/>
                  </a:lnTo>
                  <a:close/>
                </a:path>
              </a:pathLst>
            </a:custGeom>
            <a:solidFill>
              <a:srgbClr val="000000">
                <a:alpha val="44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1"/>
            <p:cNvSpPr/>
            <p:nvPr/>
          </p:nvSpPr>
          <p:spPr>
            <a:xfrm>
              <a:off x="3113650" y="1928275"/>
              <a:ext cx="99550" cy="153075"/>
            </a:xfrm>
            <a:custGeom>
              <a:avLst/>
              <a:gdLst/>
              <a:ahLst/>
              <a:cxnLst/>
              <a:rect l="l" t="t" r="r" b="b"/>
              <a:pathLst>
                <a:path w="3982" h="6123" extrusionOk="0">
                  <a:moveTo>
                    <a:pt x="1134" y="0"/>
                  </a:moveTo>
                  <a:cubicBezTo>
                    <a:pt x="24" y="0"/>
                    <a:pt x="0" y="2088"/>
                    <a:pt x="517" y="5580"/>
                  </a:cubicBezTo>
                  <a:cubicBezTo>
                    <a:pt x="576" y="5960"/>
                    <a:pt x="713" y="6122"/>
                    <a:pt x="894" y="6122"/>
                  </a:cubicBezTo>
                  <a:cubicBezTo>
                    <a:pt x="1839" y="6122"/>
                    <a:pt x="3982" y="1663"/>
                    <a:pt x="2385" y="543"/>
                  </a:cubicBezTo>
                  <a:cubicBezTo>
                    <a:pt x="1868" y="176"/>
                    <a:pt x="1456" y="0"/>
                    <a:pt x="11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1"/>
            <p:cNvSpPr/>
            <p:nvPr/>
          </p:nvSpPr>
          <p:spPr>
            <a:xfrm>
              <a:off x="2872225" y="1867425"/>
              <a:ext cx="307750" cy="380300"/>
            </a:xfrm>
            <a:custGeom>
              <a:avLst/>
              <a:gdLst/>
              <a:ahLst/>
              <a:cxnLst/>
              <a:rect l="l" t="t" r="r" b="b"/>
              <a:pathLst>
                <a:path w="12310" h="15212" extrusionOk="0">
                  <a:moveTo>
                    <a:pt x="5838" y="1"/>
                  </a:moveTo>
                  <a:cubicBezTo>
                    <a:pt x="3095" y="1"/>
                    <a:pt x="709" y="2070"/>
                    <a:pt x="534" y="4945"/>
                  </a:cubicBezTo>
                  <a:cubicBezTo>
                    <a:pt x="334" y="8781"/>
                    <a:pt x="0" y="11016"/>
                    <a:pt x="1768" y="13217"/>
                  </a:cubicBezTo>
                  <a:cubicBezTo>
                    <a:pt x="2853" y="14590"/>
                    <a:pt x="4356" y="15212"/>
                    <a:pt x="5847" y="15212"/>
                  </a:cubicBezTo>
                  <a:cubicBezTo>
                    <a:pt x="7978" y="15212"/>
                    <a:pt x="10084" y="13942"/>
                    <a:pt x="10908" y="11783"/>
                  </a:cubicBezTo>
                  <a:cubicBezTo>
                    <a:pt x="12176" y="8481"/>
                    <a:pt x="12309" y="2743"/>
                    <a:pt x="8640" y="742"/>
                  </a:cubicBezTo>
                  <a:cubicBezTo>
                    <a:pt x="7712" y="232"/>
                    <a:pt x="6755" y="1"/>
                    <a:pt x="5838" y="1"/>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1"/>
            <p:cNvSpPr/>
            <p:nvPr/>
          </p:nvSpPr>
          <p:spPr>
            <a:xfrm>
              <a:off x="2765475" y="1770800"/>
              <a:ext cx="467875" cy="364525"/>
            </a:xfrm>
            <a:custGeom>
              <a:avLst/>
              <a:gdLst/>
              <a:ahLst/>
              <a:cxnLst/>
              <a:rect l="l" t="t" r="r" b="b"/>
              <a:pathLst>
                <a:path w="18715" h="14581" extrusionOk="0">
                  <a:moveTo>
                    <a:pt x="11315" y="0"/>
                  </a:moveTo>
                  <a:cubicBezTo>
                    <a:pt x="11225" y="0"/>
                    <a:pt x="11134" y="2"/>
                    <a:pt x="11042" y="4"/>
                  </a:cubicBezTo>
                  <a:cubicBezTo>
                    <a:pt x="11275" y="204"/>
                    <a:pt x="11542" y="404"/>
                    <a:pt x="11876" y="504"/>
                  </a:cubicBezTo>
                  <a:cubicBezTo>
                    <a:pt x="11876" y="504"/>
                    <a:pt x="10777" y="322"/>
                    <a:pt x="9351" y="322"/>
                  </a:cubicBezTo>
                  <a:cubicBezTo>
                    <a:pt x="8114" y="322"/>
                    <a:pt x="6629" y="459"/>
                    <a:pt x="5405" y="971"/>
                  </a:cubicBezTo>
                  <a:cubicBezTo>
                    <a:pt x="5605" y="1271"/>
                    <a:pt x="5872" y="1538"/>
                    <a:pt x="6238" y="1738"/>
                  </a:cubicBezTo>
                  <a:cubicBezTo>
                    <a:pt x="6029" y="1722"/>
                    <a:pt x="5819" y="1714"/>
                    <a:pt x="5613" y="1714"/>
                  </a:cubicBezTo>
                  <a:cubicBezTo>
                    <a:pt x="3256" y="1714"/>
                    <a:pt x="1247" y="2768"/>
                    <a:pt x="2903" y="5007"/>
                  </a:cubicBezTo>
                  <a:cubicBezTo>
                    <a:pt x="534" y="5241"/>
                    <a:pt x="1" y="8243"/>
                    <a:pt x="1268" y="10211"/>
                  </a:cubicBezTo>
                  <a:cubicBezTo>
                    <a:pt x="2502" y="12212"/>
                    <a:pt x="2736" y="13680"/>
                    <a:pt x="4404" y="14581"/>
                  </a:cubicBezTo>
                  <a:cubicBezTo>
                    <a:pt x="4404" y="11879"/>
                    <a:pt x="5038" y="11245"/>
                    <a:pt x="5038" y="11245"/>
                  </a:cubicBezTo>
                  <a:cubicBezTo>
                    <a:pt x="6238" y="10745"/>
                    <a:pt x="7639" y="8176"/>
                    <a:pt x="7339" y="6875"/>
                  </a:cubicBezTo>
                  <a:lnTo>
                    <a:pt x="7339" y="6875"/>
                  </a:lnTo>
                  <a:cubicBezTo>
                    <a:pt x="8616" y="7389"/>
                    <a:pt x="9942" y="7730"/>
                    <a:pt x="10916" y="7730"/>
                  </a:cubicBezTo>
                  <a:cubicBezTo>
                    <a:pt x="11902" y="7730"/>
                    <a:pt x="12527" y="7381"/>
                    <a:pt x="12376" y="6508"/>
                  </a:cubicBezTo>
                  <a:lnTo>
                    <a:pt x="12376" y="6508"/>
                  </a:lnTo>
                  <a:cubicBezTo>
                    <a:pt x="12376" y="6508"/>
                    <a:pt x="14067" y="8153"/>
                    <a:pt x="15633" y="8153"/>
                  </a:cubicBezTo>
                  <a:cubicBezTo>
                    <a:pt x="15959" y="8153"/>
                    <a:pt x="16280" y="8082"/>
                    <a:pt x="16579" y="7909"/>
                  </a:cubicBezTo>
                  <a:cubicBezTo>
                    <a:pt x="18347" y="6909"/>
                    <a:pt x="18714" y="4340"/>
                    <a:pt x="16579" y="2072"/>
                  </a:cubicBezTo>
                  <a:cubicBezTo>
                    <a:pt x="15609" y="1005"/>
                    <a:pt x="14138" y="0"/>
                    <a:pt x="113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1"/>
            <p:cNvSpPr/>
            <p:nvPr/>
          </p:nvSpPr>
          <p:spPr>
            <a:xfrm>
              <a:off x="2799675" y="1835925"/>
              <a:ext cx="53400" cy="71750"/>
            </a:xfrm>
            <a:custGeom>
              <a:avLst/>
              <a:gdLst/>
              <a:ahLst/>
              <a:cxnLst/>
              <a:rect l="l" t="t" r="r" b="b"/>
              <a:pathLst>
                <a:path w="2136" h="2870" extrusionOk="0">
                  <a:moveTo>
                    <a:pt x="301" y="0"/>
                  </a:moveTo>
                  <a:lnTo>
                    <a:pt x="301" y="0"/>
                  </a:lnTo>
                  <a:cubicBezTo>
                    <a:pt x="0" y="1335"/>
                    <a:pt x="1401" y="2869"/>
                    <a:pt x="1401" y="2869"/>
                  </a:cubicBezTo>
                  <a:lnTo>
                    <a:pt x="2135" y="2302"/>
                  </a:lnTo>
                  <a:cubicBezTo>
                    <a:pt x="1335" y="1735"/>
                    <a:pt x="667" y="934"/>
                    <a:pt x="30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1"/>
            <p:cNvSpPr/>
            <p:nvPr/>
          </p:nvSpPr>
          <p:spPr>
            <a:xfrm>
              <a:off x="2837350" y="2003875"/>
              <a:ext cx="81600" cy="107300"/>
            </a:xfrm>
            <a:custGeom>
              <a:avLst/>
              <a:gdLst/>
              <a:ahLst/>
              <a:cxnLst/>
              <a:rect l="l" t="t" r="r" b="b"/>
              <a:pathLst>
                <a:path w="3264" h="4292" extrusionOk="0">
                  <a:moveTo>
                    <a:pt x="1284" y="1"/>
                  </a:moveTo>
                  <a:cubicBezTo>
                    <a:pt x="544" y="1"/>
                    <a:pt x="1" y="696"/>
                    <a:pt x="28" y="1588"/>
                  </a:cubicBezTo>
                  <a:cubicBezTo>
                    <a:pt x="61" y="2456"/>
                    <a:pt x="395" y="3290"/>
                    <a:pt x="995" y="3923"/>
                  </a:cubicBezTo>
                  <a:cubicBezTo>
                    <a:pt x="1241" y="4180"/>
                    <a:pt x="1513" y="4291"/>
                    <a:pt x="1778" y="4291"/>
                  </a:cubicBezTo>
                  <a:cubicBezTo>
                    <a:pt x="2374" y="4291"/>
                    <a:pt x="2935" y="3728"/>
                    <a:pt x="3097" y="2989"/>
                  </a:cubicBezTo>
                  <a:cubicBezTo>
                    <a:pt x="3263" y="2022"/>
                    <a:pt x="2830" y="554"/>
                    <a:pt x="1829" y="121"/>
                  </a:cubicBezTo>
                  <a:cubicBezTo>
                    <a:pt x="1640" y="39"/>
                    <a:pt x="1456" y="1"/>
                    <a:pt x="1284" y="1"/>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1"/>
            <p:cNvSpPr/>
            <p:nvPr/>
          </p:nvSpPr>
          <p:spPr>
            <a:xfrm>
              <a:off x="3041500" y="2028275"/>
              <a:ext cx="21725" cy="28950"/>
            </a:xfrm>
            <a:custGeom>
              <a:avLst/>
              <a:gdLst/>
              <a:ahLst/>
              <a:cxnLst/>
              <a:rect l="l" t="t" r="r" b="b"/>
              <a:pathLst>
                <a:path w="869" h="1158" extrusionOk="0">
                  <a:moveTo>
                    <a:pt x="488" y="0"/>
                  </a:moveTo>
                  <a:cubicBezTo>
                    <a:pt x="290" y="0"/>
                    <a:pt x="127" y="214"/>
                    <a:pt x="68" y="479"/>
                  </a:cubicBezTo>
                  <a:cubicBezTo>
                    <a:pt x="1" y="813"/>
                    <a:pt x="101" y="1113"/>
                    <a:pt x="334" y="1146"/>
                  </a:cubicBezTo>
                  <a:cubicBezTo>
                    <a:pt x="358" y="1154"/>
                    <a:pt x="381" y="1158"/>
                    <a:pt x="404" y="1158"/>
                  </a:cubicBezTo>
                  <a:cubicBezTo>
                    <a:pt x="579" y="1158"/>
                    <a:pt x="743" y="944"/>
                    <a:pt x="801" y="679"/>
                  </a:cubicBezTo>
                  <a:cubicBezTo>
                    <a:pt x="868" y="346"/>
                    <a:pt x="768" y="45"/>
                    <a:pt x="568" y="12"/>
                  </a:cubicBezTo>
                  <a:cubicBezTo>
                    <a:pt x="541" y="4"/>
                    <a:pt x="514" y="0"/>
                    <a:pt x="4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1"/>
            <p:cNvSpPr/>
            <p:nvPr/>
          </p:nvSpPr>
          <p:spPr>
            <a:xfrm>
              <a:off x="3129900" y="2049325"/>
              <a:ext cx="22550" cy="28750"/>
            </a:xfrm>
            <a:custGeom>
              <a:avLst/>
              <a:gdLst/>
              <a:ahLst/>
              <a:cxnLst/>
              <a:rect l="l" t="t" r="r" b="b"/>
              <a:pathLst>
                <a:path w="902" h="1150" extrusionOk="0">
                  <a:moveTo>
                    <a:pt x="524" y="0"/>
                  </a:moveTo>
                  <a:cubicBezTo>
                    <a:pt x="335" y="0"/>
                    <a:pt x="129" y="195"/>
                    <a:pt x="67" y="504"/>
                  </a:cubicBezTo>
                  <a:cubicBezTo>
                    <a:pt x="1" y="804"/>
                    <a:pt x="134" y="1105"/>
                    <a:pt x="334" y="1138"/>
                  </a:cubicBezTo>
                  <a:cubicBezTo>
                    <a:pt x="358" y="1146"/>
                    <a:pt x="381" y="1149"/>
                    <a:pt x="404" y="1149"/>
                  </a:cubicBezTo>
                  <a:cubicBezTo>
                    <a:pt x="579" y="1149"/>
                    <a:pt x="742" y="936"/>
                    <a:pt x="801" y="671"/>
                  </a:cubicBezTo>
                  <a:cubicBezTo>
                    <a:pt x="901" y="337"/>
                    <a:pt x="768" y="37"/>
                    <a:pt x="568" y="4"/>
                  </a:cubicBezTo>
                  <a:cubicBezTo>
                    <a:pt x="553" y="1"/>
                    <a:pt x="539" y="0"/>
                    <a:pt x="5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1"/>
            <p:cNvSpPr/>
            <p:nvPr/>
          </p:nvSpPr>
          <p:spPr>
            <a:xfrm>
              <a:off x="3084875" y="2061075"/>
              <a:ext cx="33375" cy="68550"/>
            </a:xfrm>
            <a:custGeom>
              <a:avLst/>
              <a:gdLst/>
              <a:ahLst/>
              <a:cxnLst/>
              <a:rect l="l" t="t" r="r" b="b"/>
              <a:pathLst>
                <a:path w="1335" h="2742" extrusionOk="0">
                  <a:moveTo>
                    <a:pt x="701" y="1"/>
                  </a:moveTo>
                  <a:lnTo>
                    <a:pt x="0" y="2503"/>
                  </a:lnTo>
                  <a:cubicBezTo>
                    <a:pt x="0" y="2503"/>
                    <a:pt x="405" y="2742"/>
                    <a:pt x="860" y="2742"/>
                  </a:cubicBezTo>
                  <a:cubicBezTo>
                    <a:pt x="1017" y="2742"/>
                    <a:pt x="1180" y="2713"/>
                    <a:pt x="1335" y="2636"/>
                  </a:cubicBezTo>
                  <a:cubicBezTo>
                    <a:pt x="1001" y="1802"/>
                    <a:pt x="801" y="902"/>
                    <a:pt x="701" y="1"/>
                  </a:cubicBezTo>
                  <a:close/>
                </a:path>
              </a:pathLst>
            </a:custGeom>
            <a:solidFill>
              <a:srgbClr val="ED847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1"/>
            <p:cNvSpPr/>
            <p:nvPr/>
          </p:nvSpPr>
          <p:spPr>
            <a:xfrm>
              <a:off x="3022825" y="2133400"/>
              <a:ext cx="57900" cy="35275"/>
            </a:xfrm>
            <a:custGeom>
              <a:avLst/>
              <a:gdLst/>
              <a:ahLst/>
              <a:cxnLst/>
              <a:rect l="l" t="t" r="r" b="b"/>
              <a:pathLst>
                <a:path w="2316" h="1411" extrusionOk="0">
                  <a:moveTo>
                    <a:pt x="150" y="1"/>
                  </a:moveTo>
                  <a:cubicBezTo>
                    <a:pt x="84" y="1"/>
                    <a:pt x="1" y="64"/>
                    <a:pt x="47" y="110"/>
                  </a:cubicBezTo>
                  <a:cubicBezTo>
                    <a:pt x="448" y="777"/>
                    <a:pt x="1081" y="1211"/>
                    <a:pt x="1849" y="1378"/>
                  </a:cubicBezTo>
                  <a:cubicBezTo>
                    <a:pt x="1949" y="1411"/>
                    <a:pt x="2082" y="1411"/>
                    <a:pt x="2216" y="1411"/>
                  </a:cubicBezTo>
                  <a:cubicBezTo>
                    <a:pt x="2249" y="1411"/>
                    <a:pt x="2316" y="1378"/>
                    <a:pt x="2316" y="1344"/>
                  </a:cubicBezTo>
                  <a:cubicBezTo>
                    <a:pt x="2316" y="1278"/>
                    <a:pt x="2282" y="1244"/>
                    <a:pt x="2216" y="1244"/>
                  </a:cubicBezTo>
                  <a:cubicBezTo>
                    <a:pt x="1415" y="1177"/>
                    <a:pt x="648" y="710"/>
                    <a:pt x="214" y="43"/>
                  </a:cubicBezTo>
                  <a:cubicBezTo>
                    <a:pt x="204" y="13"/>
                    <a:pt x="179" y="1"/>
                    <a:pt x="1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1"/>
            <p:cNvSpPr/>
            <p:nvPr/>
          </p:nvSpPr>
          <p:spPr>
            <a:xfrm>
              <a:off x="3028175" y="1989275"/>
              <a:ext cx="49500" cy="19650"/>
            </a:xfrm>
            <a:custGeom>
              <a:avLst/>
              <a:gdLst/>
              <a:ahLst/>
              <a:cxnLst/>
              <a:rect l="l" t="t" r="r" b="b"/>
              <a:pathLst>
                <a:path w="1980" h="786" extrusionOk="0">
                  <a:moveTo>
                    <a:pt x="1244" y="1"/>
                  </a:moveTo>
                  <a:cubicBezTo>
                    <a:pt x="823" y="1"/>
                    <a:pt x="402" y="150"/>
                    <a:pt x="67" y="438"/>
                  </a:cubicBezTo>
                  <a:cubicBezTo>
                    <a:pt x="0" y="505"/>
                    <a:pt x="0" y="638"/>
                    <a:pt x="67" y="705"/>
                  </a:cubicBezTo>
                  <a:cubicBezTo>
                    <a:pt x="67" y="738"/>
                    <a:pt x="100" y="771"/>
                    <a:pt x="134" y="771"/>
                  </a:cubicBezTo>
                  <a:cubicBezTo>
                    <a:pt x="153" y="781"/>
                    <a:pt x="173" y="785"/>
                    <a:pt x="192" y="785"/>
                  </a:cubicBezTo>
                  <a:cubicBezTo>
                    <a:pt x="239" y="785"/>
                    <a:pt x="287" y="762"/>
                    <a:pt x="334" y="738"/>
                  </a:cubicBezTo>
                  <a:cubicBezTo>
                    <a:pt x="580" y="517"/>
                    <a:pt x="916" y="386"/>
                    <a:pt x="1263" y="386"/>
                  </a:cubicBezTo>
                  <a:cubicBezTo>
                    <a:pt x="1387" y="386"/>
                    <a:pt x="1512" y="403"/>
                    <a:pt x="1635" y="438"/>
                  </a:cubicBezTo>
                  <a:cubicBezTo>
                    <a:pt x="1654" y="443"/>
                    <a:pt x="1673" y="446"/>
                    <a:pt x="1690" y="446"/>
                  </a:cubicBezTo>
                  <a:cubicBezTo>
                    <a:pt x="1888" y="446"/>
                    <a:pt x="1980" y="132"/>
                    <a:pt x="1735" y="71"/>
                  </a:cubicBezTo>
                  <a:cubicBezTo>
                    <a:pt x="1575" y="24"/>
                    <a:pt x="1409" y="1"/>
                    <a:pt x="12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1"/>
            <p:cNvSpPr/>
            <p:nvPr/>
          </p:nvSpPr>
          <p:spPr>
            <a:xfrm>
              <a:off x="3142425" y="2004375"/>
              <a:ext cx="38375" cy="35275"/>
            </a:xfrm>
            <a:custGeom>
              <a:avLst/>
              <a:gdLst/>
              <a:ahLst/>
              <a:cxnLst/>
              <a:rect l="l" t="t" r="r" b="b"/>
              <a:pathLst>
                <a:path w="1535" h="1411" extrusionOk="0">
                  <a:moveTo>
                    <a:pt x="234" y="1"/>
                  </a:moveTo>
                  <a:cubicBezTo>
                    <a:pt x="134" y="1"/>
                    <a:pt x="33" y="34"/>
                    <a:pt x="0" y="134"/>
                  </a:cubicBezTo>
                  <a:cubicBezTo>
                    <a:pt x="0" y="167"/>
                    <a:pt x="0" y="201"/>
                    <a:pt x="0" y="234"/>
                  </a:cubicBezTo>
                  <a:cubicBezTo>
                    <a:pt x="33" y="301"/>
                    <a:pt x="67" y="368"/>
                    <a:pt x="134" y="368"/>
                  </a:cubicBezTo>
                  <a:cubicBezTo>
                    <a:pt x="601" y="501"/>
                    <a:pt x="967" y="835"/>
                    <a:pt x="1134" y="1268"/>
                  </a:cubicBezTo>
                  <a:cubicBezTo>
                    <a:pt x="1162" y="1350"/>
                    <a:pt x="1234" y="1410"/>
                    <a:pt x="1315" y="1410"/>
                  </a:cubicBezTo>
                  <a:cubicBezTo>
                    <a:pt x="1332" y="1410"/>
                    <a:pt x="1350" y="1407"/>
                    <a:pt x="1368" y="1402"/>
                  </a:cubicBezTo>
                  <a:cubicBezTo>
                    <a:pt x="1468" y="1368"/>
                    <a:pt x="1535" y="1268"/>
                    <a:pt x="1501" y="1168"/>
                  </a:cubicBezTo>
                  <a:cubicBezTo>
                    <a:pt x="1301" y="601"/>
                    <a:pt x="834" y="167"/>
                    <a:pt x="2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1"/>
            <p:cNvSpPr/>
            <p:nvPr/>
          </p:nvSpPr>
          <p:spPr>
            <a:xfrm>
              <a:off x="2507800" y="2357975"/>
              <a:ext cx="352775" cy="642975"/>
            </a:xfrm>
            <a:custGeom>
              <a:avLst/>
              <a:gdLst/>
              <a:ahLst/>
              <a:cxnLst/>
              <a:rect l="l" t="t" r="r" b="b"/>
              <a:pathLst>
                <a:path w="14111" h="25719" extrusionOk="0">
                  <a:moveTo>
                    <a:pt x="3870" y="0"/>
                  </a:moveTo>
                  <a:cubicBezTo>
                    <a:pt x="2936" y="2402"/>
                    <a:pt x="2102" y="4904"/>
                    <a:pt x="1435" y="7405"/>
                  </a:cubicBezTo>
                  <a:cubicBezTo>
                    <a:pt x="1101" y="8673"/>
                    <a:pt x="801" y="9974"/>
                    <a:pt x="534" y="11275"/>
                  </a:cubicBezTo>
                  <a:cubicBezTo>
                    <a:pt x="267" y="12642"/>
                    <a:pt x="100" y="14010"/>
                    <a:pt x="0" y="15411"/>
                  </a:cubicBezTo>
                  <a:lnTo>
                    <a:pt x="0" y="15978"/>
                  </a:lnTo>
                  <a:lnTo>
                    <a:pt x="0" y="16278"/>
                  </a:lnTo>
                  <a:lnTo>
                    <a:pt x="0" y="16612"/>
                  </a:lnTo>
                  <a:cubicBezTo>
                    <a:pt x="34" y="17212"/>
                    <a:pt x="200" y="17813"/>
                    <a:pt x="434" y="18347"/>
                  </a:cubicBezTo>
                  <a:cubicBezTo>
                    <a:pt x="834" y="19214"/>
                    <a:pt x="1368" y="19981"/>
                    <a:pt x="2068" y="20615"/>
                  </a:cubicBezTo>
                  <a:cubicBezTo>
                    <a:pt x="3136" y="21582"/>
                    <a:pt x="4370" y="22416"/>
                    <a:pt x="5704" y="23083"/>
                  </a:cubicBezTo>
                  <a:cubicBezTo>
                    <a:pt x="6905" y="23684"/>
                    <a:pt x="8139" y="24184"/>
                    <a:pt x="9407" y="24618"/>
                  </a:cubicBezTo>
                  <a:cubicBezTo>
                    <a:pt x="10675" y="25051"/>
                    <a:pt x="11942" y="25418"/>
                    <a:pt x="13243" y="25718"/>
                  </a:cubicBezTo>
                  <a:lnTo>
                    <a:pt x="14110" y="23117"/>
                  </a:lnTo>
                  <a:cubicBezTo>
                    <a:pt x="11942" y="22049"/>
                    <a:pt x="9841" y="20848"/>
                    <a:pt x="7839" y="19481"/>
                  </a:cubicBezTo>
                  <a:cubicBezTo>
                    <a:pt x="6939" y="18914"/>
                    <a:pt x="6138" y="18213"/>
                    <a:pt x="5438" y="17412"/>
                  </a:cubicBezTo>
                  <a:cubicBezTo>
                    <a:pt x="5204" y="17146"/>
                    <a:pt x="5037" y="16879"/>
                    <a:pt x="4904" y="16545"/>
                  </a:cubicBezTo>
                  <a:cubicBezTo>
                    <a:pt x="4879" y="16470"/>
                    <a:pt x="4891" y="16433"/>
                    <a:pt x="4899" y="16433"/>
                  </a:cubicBezTo>
                  <a:cubicBezTo>
                    <a:pt x="4902" y="16433"/>
                    <a:pt x="4904" y="16437"/>
                    <a:pt x="4904" y="16445"/>
                  </a:cubicBezTo>
                  <a:lnTo>
                    <a:pt x="4904" y="16312"/>
                  </a:lnTo>
                  <a:lnTo>
                    <a:pt x="4904" y="16145"/>
                  </a:lnTo>
                  <a:cubicBezTo>
                    <a:pt x="4937" y="16011"/>
                    <a:pt x="4971" y="15878"/>
                    <a:pt x="4971" y="15745"/>
                  </a:cubicBezTo>
                  <a:cubicBezTo>
                    <a:pt x="5104" y="14610"/>
                    <a:pt x="5337" y="13476"/>
                    <a:pt x="5638" y="12376"/>
                  </a:cubicBezTo>
                  <a:cubicBezTo>
                    <a:pt x="5938" y="11241"/>
                    <a:pt x="6238" y="10041"/>
                    <a:pt x="6605" y="8873"/>
                  </a:cubicBezTo>
                  <a:cubicBezTo>
                    <a:pt x="7339" y="6538"/>
                    <a:pt x="8139" y="4170"/>
                    <a:pt x="8940" y="1901"/>
                  </a:cubicBezTo>
                  <a:lnTo>
                    <a:pt x="3870" y="0"/>
                  </a:ln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1"/>
            <p:cNvSpPr/>
            <p:nvPr/>
          </p:nvSpPr>
          <p:spPr>
            <a:xfrm>
              <a:off x="2521150" y="2261225"/>
              <a:ext cx="301600" cy="332775"/>
            </a:xfrm>
            <a:custGeom>
              <a:avLst/>
              <a:gdLst/>
              <a:ahLst/>
              <a:cxnLst/>
              <a:rect l="l" t="t" r="r" b="b"/>
              <a:pathLst>
                <a:path w="12064" h="13311" extrusionOk="0">
                  <a:moveTo>
                    <a:pt x="7302" y="0"/>
                  </a:moveTo>
                  <a:cubicBezTo>
                    <a:pt x="7281" y="0"/>
                    <a:pt x="7260" y="0"/>
                    <a:pt x="7239" y="1"/>
                  </a:cubicBezTo>
                  <a:cubicBezTo>
                    <a:pt x="2569" y="34"/>
                    <a:pt x="934" y="5705"/>
                    <a:pt x="0" y="9741"/>
                  </a:cubicBezTo>
                  <a:lnTo>
                    <a:pt x="6772" y="13310"/>
                  </a:lnTo>
                  <a:cubicBezTo>
                    <a:pt x="7972" y="11709"/>
                    <a:pt x="9006" y="9974"/>
                    <a:pt x="9840" y="8173"/>
                  </a:cubicBezTo>
                  <a:cubicBezTo>
                    <a:pt x="12064" y="3162"/>
                    <a:pt x="11316" y="0"/>
                    <a:pt x="7302" y="0"/>
                  </a:cubicBez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1"/>
            <p:cNvSpPr/>
            <p:nvPr/>
          </p:nvSpPr>
          <p:spPr>
            <a:xfrm>
              <a:off x="2792425" y="2901400"/>
              <a:ext cx="223250" cy="113150"/>
            </a:xfrm>
            <a:custGeom>
              <a:avLst/>
              <a:gdLst/>
              <a:ahLst/>
              <a:cxnLst/>
              <a:rect l="l" t="t" r="r" b="b"/>
              <a:pathLst>
                <a:path w="8930" h="4526" extrusionOk="0">
                  <a:moveTo>
                    <a:pt x="5525" y="0"/>
                  </a:moveTo>
                  <a:cubicBezTo>
                    <a:pt x="5461" y="0"/>
                    <a:pt x="5395" y="4"/>
                    <a:pt x="5327" y="12"/>
                  </a:cubicBezTo>
                  <a:lnTo>
                    <a:pt x="3526" y="279"/>
                  </a:lnTo>
                  <a:cubicBezTo>
                    <a:pt x="2325" y="379"/>
                    <a:pt x="1458" y="1313"/>
                    <a:pt x="791" y="2113"/>
                  </a:cubicBezTo>
                  <a:lnTo>
                    <a:pt x="23" y="3047"/>
                  </a:lnTo>
                  <a:cubicBezTo>
                    <a:pt x="1" y="4323"/>
                    <a:pt x="2218" y="4525"/>
                    <a:pt x="3627" y="4525"/>
                  </a:cubicBezTo>
                  <a:cubicBezTo>
                    <a:pt x="4281" y="4525"/>
                    <a:pt x="4760" y="4482"/>
                    <a:pt x="4760" y="4482"/>
                  </a:cubicBezTo>
                  <a:lnTo>
                    <a:pt x="8930" y="4448"/>
                  </a:lnTo>
                  <a:lnTo>
                    <a:pt x="8796" y="2781"/>
                  </a:lnTo>
                  <a:cubicBezTo>
                    <a:pt x="8730" y="2047"/>
                    <a:pt x="8296" y="1346"/>
                    <a:pt x="7629" y="1013"/>
                  </a:cubicBezTo>
                  <a:lnTo>
                    <a:pt x="6128" y="179"/>
                  </a:lnTo>
                  <a:cubicBezTo>
                    <a:pt x="5947" y="49"/>
                    <a:pt x="5746" y="0"/>
                    <a:pt x="5525" y="0"/>
                  </a:cubicBezTo>
                  <a:close/>
                </a:path>
              </a:pathLst>
            </a:custGeom>
            <a:solidFill>
              <a:srgbClr val="FFC3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1"/>
            <p:cNvSpPr/>
            <p:nvPr/>
          </p:nvSpPr>
          <p:spPr>
            <a:xfrm>
              <a:off x="2385200" y="2989250"/>
              <a:ext cx="2822050" cy="131775"/>
            </a:xfrm>
            <a:custGeom>
              <a:avLst/>
              <a:gdLst/>
              <a:ahLst/>
              <a:cxnLst/>
              <a:rect l="l" t="t" r="r" b="b"/>
              <a:pathLst>
                <a:path w="112882" h="5271" extrusionOk="0">
                  <a:moveTo>
                    <a:pt x="1" y="0"/>
                  </a:moveTo>
                  <a:lnTo>
                    <a:pt x="1" y="5271"/>
                  </a:lnTo>
                  <a:lnTo>
                    <a:pt x="112881" y="5271"/>
                  </a:lnTo>
                  <a:lnTo>
                    <a:pt x="112881" y="0"/>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1"/>
            <p:cNvSpPr/>
            <p:nvPr/>
          </p:nvSpPr>
          <p:spPr>
            <a:xfrm>
              <a:off x="2385200" y="2989250"/>
              <a:ext cx="915675" cy="131775"/>
            </a:xfrm>
            <a:custGeom>
              <a:avLst/>
              <a:gdLst/>
              <a:ahLst/>
              <a:cxnLst/>
              <a:rect l="l" t="t" r="r" b="b"/>
              <a:pathLst>
                <a:path w="36627" h="5271" extrusionOk="0">
                  <a:moveTo>
                    <a:pt x="1" y="0"/>
                  </a:moveTo>
                  <a:lnTo>
                    <a:pt x="1" y="5271"/>
                  </a:lnTo>
                  <a:lnTo>
                    <a:pt x="36627" y="5271"/>
                  </a:lnTo>
                  <a:lnTo>
                    <a:pt x="3662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1"/>
            <p:cNvSpPr/>
            <p:nvPr/>
          </p:nvSpPr>
          <p:spPr>
            <a:xfrm>
              <a:off x="2417725" y="3121000"/>
              <a:ext cx="43400" cy="1456075"/>
            </a:xfrm>
            <a:custGeom>
              <a:avLst/>
              <a:gdLst/>
              <a:ahLst/>
              <a:cxnLst/>
              <a:rect l="l" t="t" r="r" b="b"/>
              <a:pathLst>
                <a:path w="1736" h="58243" extrusionOk="0">
                  <a:moveTo>
                    <a:pt x="1" y="1"/>
                  </a:moveTo>
                  <a:lnTo>
                    <a:pt x="1" y="58243"/>
                  </a:lnTo>
                  <a:lnTo>
                    <a:pt x="1735" y="58243"/>
                  </a:lnTo>
                  <a:lnTo>
                    <a:pt x="1735" y="1"/>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1"/>
            <p:cNvSpPr/>
            <p:nvPr/>
          </p:nvSpPr>
          <p:spPr>
            <a:xfrm>
              <a:off x="2417725" y="3121000"/>
              <a:ext cx="43400" cy="1456075"/>
            </a:xfrm>
            <a:custGeom>
              <a:avLst/>
              <a:gdLst/>
              <a:ahLst/>
              <a:cxnLst/>
              <a:rect l="l" t="t" r="r" b="b"/>
              <a:pathLst>
                <a:path w="1736" h="58243" extrusionOk="0">
                  <a:moveTo>
                    <a:pt x="1" y="1"/>
                  </a:moveTo>
                  <a:lnTo>
                    <a:pt x="1" y="58243"/>
                  </a:lnTo>
                  <a:lnTo>
                    <a:pt x="1735" y="58243"/>
                  </a:lnTo>
                  <a:lnTo>
                    <a:pt x="17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1"/>
            <p:cNvSpPr/>
            <p:nvPr/>
          </p:nvSpPr>
          <p:spPr>
            <a:xfrm>
              <a:off x="3224975" y="3121000"/>
              <a:ext cx="43400" cy="1456075"/>
            </a:xfrm>
            <a:custGeom>
              <a:avLst/>
              <a:gdLst/>
              <a:ahLst/>
              <a:cxnLst/>
              <a:rect l="l" t="t" r="r" b="b"/>
              <a:pathLst>
                <a:path w="1736" h="58243" extrusionOk="0">
                  <a:moveTo>
                    <a:pt x="0" y="1"/>
                  </a:moveTo>
                  <a:lnTo>
                    <a:pt x="0" y="58243"/>
                  </a:lnTo>
                  <a:lnTo>
                    <a:pt x="1735" y="58243"/>
                  </a:lnTo>
                  <a:lnTo>
                    <a:pt x="1735" y="1"/>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1"/>
            <p:cNvSpPr/>
            <p:nvPr/>
          </p:nvSpPr>
          <p:spPr>
            <a:xfrm>
              <a:off x="3224975" y="3121000"/>
              <a:ext cx="43400" cy="1456075"/>
            </a:xfrm>
            <a:custGeom>
              <a:avLst/>
              <a:gdLst/>
              <a:ahLst/>
              <a:cxnLst/>
              <a:rect l="l" t="t" r="r" b="b"/>
              <a:pathLst>
                <a:path w="1736" h="58243" extrusionOk="0">
                  <a:moveTo>
                    <a:pt x="0" y="1"/>
                  </a:moveTo>
                  <a:lnTo>
                    <a:pt x="0" y="58243"/>
                  </a:lnTo>
                  <a:lnTo>
                    <a:pt x="1735" y="58243"/>
                  </a:lnTo>
                  <a:lnTo>
                    <a:pt x="17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1"/>
            <p:cNvSpPr/>
            <p:nvPr/>
          </p:nvSpPr>
          <p:spPr>
            <a:xfrm>
              <a:off x="4324100" y="3121000"/>
              <a:ext cx="43375" cy="1456075"/>
            </a:xfrm>
            <a:custGeom>
              <a:avLst/>
              <a:gdLst/>
              <a:ahLst/>
              <a:cxnLst/>
              <a:rect l="l" t="t" r="r" b="b"/>
              <a:pathLst>
                <a:path w="1735" h="58243" extrusionOk="0">
                  <a:moveTo>
                    <a:pt x="0" y="1"/>
                  </a:moveTo>
                  <a:lnTo>
                    <a:pt x="0" y="58243"/>
                  </a:lnTo>
                  <a:lnTo>
                    <a:pt x="1735" y="58243"/>
                  </a:lnTo>
                  <a:lnTo>
                    <a:pt x="1735" y="1"/>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1"/>
            <p:cNvSpPr/>
            <p:nvPr/>
          </p:nvSpPr>
          <p:spPr>
            <a:xfrm>
              <a:off x="4324100" y="3121000"/>
              <a:ext cx="43375" cy="1456075"/>
            </a:xfrm>
            <a:custGeom>
              <a:avLst/>
              <a:gdLst/>
              <a:ahLst/>
              <a:cxnLst/>
              <a:rect l="l" t="t" r="r" b="b"/>
              <a:pathLst>
                <a:path w="1735" h="58243" extrusionOk="0">
                  <a:moveTo>
                    <a:pt x="0" y="1"/>
                  </a:moveTo>
                  <a:lnTo>
                    <a:pt x="0" y="58243"/>
                  </a:lnTo>
                  <a:lnTo>
                    <a:pt x="1735" y="58243"/>
                  </a:lnTo>
                  <a:lnTo>
                    <a:pt x="17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1"/>
            <p:cNvSpPr/>
            <p:nvPr/>
          </p:nvSpPr>
          <p:spPr>
            <a:xfrm>
              <a:off x="5131325" y="3121000"/>
              <a:ext cx="43400" cy="1456075"/>
            </a:xfrm>
            <a:custGeom>
              <a:avLst/>
              <a:gdLst/>
              <a:ahLst/>
              <a:cxnLst/>
              <a:rect l="l" t="t" r="r" b="b"/>
              <a:pathLst>
                <a:path w="1736" h="58243" extrusionOk="0">
                  <a:moveTo>
                    <a:pt x="1" y="1"/>
                  </a:moveTo>
                  <a:lnTo>
                    <a:pt x="1" y="58243"/>
                  </a:lnTo>
                  <a:lnTo>
                    <a:pt x="1735" y="58243"/>
                  </a:lnTo>
                  <a:lnTo>
                    <a:pt x="1735" y="1"/>
                  </a:ln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1"/>
            <p:cNvSpPr/>
            <p:nvPr/>
          </p:nvSpPr>
          <p:spPr>
            <a:xfrm>
              <a:off x="5131325" y="3121000"/>
              <a:ext cx="43400" cy="1456075"/>
            </a:xfrm>
            <a:custGeom>
              <a:avLst/>
              <a:gdLst/>
              <a:ahLst/>
              <a:cxnLst/>
              <a:rect l="l" t="t" r="r" b="b"/>
              <a:pathLst>
                <a:path w="1736" h="58243" extrusionOk="0">
                  <a:moveTo>
                    <a:pt x="1" y="1"/>
                  </a:moveTo>
                  <a:lnTo>
                    <a:pt x="1" y="58243"/>
                  </a:lnTo>
                  <a:lnTo>
                    <a:pt x="1735" y="58243"/>
                  </a:lnTo>
                  <a:lnTo>
                    <a:pt x="173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1"/>
            <p:cNvSpPr/>
            <p:nvPr/>
          </p:nvSpPr>
          <p:spPr>
            <a:xfrm>
              <a:off x="3988850" y="2405475"/>
              <a:ext cx="957300" cy="583800"/>
            </a:xfrm>
            <a:custGeom>
              <a:avLst/>
              <a:gdLst/>
              <a:ahLst/>
              <a:cxnLst/>
              <a:rect l="l" t="t" r="r" b="b"/>
              <a:pathLst>
                <a:path w="38292" h="23352" extrusionOk="0">
                  <a:moveTo>
                    <a:pt x="36547" y="1"/>
                  </a:moveTo>
                  <a:cubicBezTo>
                    <a:pt x="36529" y="1"/>
                    <a:pt x="36511" y="1"/>
                    <a:pt x="36493" y="1"/>
                  </a:cubicBezTo>
                  <a:lnTo>
                    <a:pt x="5638" y="1"/>
                  </a:lnTo>
                  <a:cubicBezTo>
                    <a:pt x="4537" y="35"/>
                    <a:pt x="3637" y="802"/>
                    <a:pt x="3436" y="1903"/>
                  </a:cubicBezTo>
                  <a:lnTo>
                    <a:pt x="201" y="21450"/>
                  </a:lnTo>
                  <a:cubicBezTo>
                    <a:pt x="1" y="22451"/>
                    <a:pt x="768" y="23351"/>
                    <a:pt x="1802" y="23351"/>
                  </a:cubicBezTo>
                  <a:lnTo>
                    <a:pt x="32657" y="23351"/>
                  </a:lnTo>
                  <a:cubicBezTo>
                    <a:pt x="33725" y="23285"/>
                    <a:pt x="34659" y="22518"/>
                    <a:pt x="34859" y="21450"/>
                  </a:cubicBezTo>
                  <a:lnTo>
                    <a:pt x="38094" y="1903"/>
                  </a:lnTo>
                  <a:cubicBezTo>
                    <a:pt x="38291" y="919"/>
                    <a:pt x="37554" y="1"/>
                    <a:pt x="365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1"/>
            <p:cNvSpPr/>
            <p:nvPr/>
          </p:nvSpPr>
          <p:spPr>
            <a:xfrm>
              <a:off x="3676125" y="2956725"/>
              <a:ext cx="743900" cy="32550"/>
            </a:xfrm>
            <a:custGeom>
              <a:avLst/>
              <a:gdLst/>
              <a:ahLst/>
              <a:cxnLst/>
              <a:rect l="l" t="t" r="r" b="b"/>
              <a:pathLst>
                <a:path w="29756" h="1302" extrusionOk="0">
                  <a:moveTo>
                    <a:pt x="368" y="1"/>
                  </a:moveTo>
                  <a:cubicBezTo>
                    <a:pt x="167" y="1"/>
                    <a:pt x="1" y="167"/>
                    <a:pt x="1" y="367"/>
                  </a:cubicBezTo>
                  <a:lnTo>
                    <a:pt x="1" y="935"/>
                  </a:lnTo>
                  <a:cubicBezTo>
                    <a:pt x="1" y="1135"/>
                    <a:pt x="167" y="1301"/>
                    <a:pt x="368" y="1301"/>
                  </a:cubicBezTo>
                  <a:lnTo>
                    <a:pt x="29422" y="1301"/>
                  </a:lnTo>
                  <a:cubicBezTo>
                    <a:pt x="29588" y="1301"/>
                    <a:pt x="29755" y="1135"/>
                    <a:pt x="29755" y="935"/>
                  </a:cubicBezTo>
                  <a:lnTo>
                    <a:pt x="29755" y="367"/>
                  </a:lnTo>
                  <a:cubicBezTo>
                    <a:pt x="29755" y="167"/>
                    <a:pt x="29588" y="1"/>
                    <a:pt x="294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1"/>
            <p:cNvSpPr/>
            <p:nvPr/>
          </p:nvSpPr>
          <p:spPr>
            <a:xfrm>
              <a:off x="4005625" y="2405475"/>
              <a:ext cx="939675" cy="583825"/>
            </a:xfrm>
            <a:custGeom>
              <a:avLst/>
              <a:gdLst/>
              <a:ahLst/>
              <a:cxnLst/>
              <a:rect l="l" t="t" r="r" b="b"/>
              <a:pathLst>
                <a:path w="37587" h="23353" extrusionOk="0">
                  <a:moveTo>
                    <a:pt x="35874" y="1"/>
                  </a:moveTo>
                  <a:cubicBezTo>
                    <a:pt x="35857" y="1"/>
                    <a:pt x="35840" y="1"/>
                    <a:pt x="35822" y="1"/>
                  </a:cubicBezTo>
                  <a:lnTo>
                    <a:pt x="5634" y="1"/>
                  </a:lnTo>
                  <a:cubicBezTo>
                    <a:pt x="4567" y="35"/>
                    <a:pt x="3633" y="802"/>
                    <a:pt x="3433" y="1903"/>
                  </a:cubicBezTo>
                  <a:lnTo>
                    <a:pt x="197" y="21450"/>
                  </a:lnTo>
                  <a:cubicBezTo>
                    <a:pt x="0" y="22433"/>
                    <a:pt x="738" y="23352"/>
                    <a:pt x="1744" y="23352"/>
                  </a:cubicBezTo>
                  <a:cubicBezTo>
                    <a:pt x="1762" y="23352"/>
                    <a:pt x="1780" y="23352"/>
                    <a:pt x="1798" y="23351"/>
                  </a:cubicBezTo>
                  <a:lnTo>
                    <a:pt x="31953" y="23351"/>
                  </a:lnTo>
                  <a:cubicBezTo>
                    <a:pt x="33054" y="23285"/>
                    <a:pt x="33954" y="22518"/>
                    <a:pt x="34188" y="21450"/>
                  </a:cubicBezTo>
                  <a:lnTo>
                    <a:pt x="37390" y="1903"/>
                  </a:lnTo>
                  <a:cubicBezTo>
                    <a:pt x="37587" y="919"/>
                    <a:pt x="36849" y="1"/>
                    <a:pt x="358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1"/>
            <p:cNvSpPr/>
            <p:nvPr/>
          </p:nvSpPr>
          <p:spPr>
            <a:xfrm>
              <a:off x="2904750" y="2945050"/>
              <a:ext cx="693850" cy="44225"/>
            </a:xfrm>
            <a:custGeom>
              <a:avLst/>
              <a:gdLst/>
              <a:ahLst/>
              <a:cxnLst/>
              <a:rect l="l" t="t" r="r" b="b"/>
              <a:pathLst>
                <a:path w="27754" h="1769" extrusionOk="0">
                  <a:moveTo>
                    <a:pt x="14711" y="1"/>
                  </a:moveTo>
                  <a:cubicBezTo>
                    <a:pt x="12822" y="780"/>
                    <a:pt x="10122" y="1015"/>
                    <a:pt x="7550" y="1015"/>
                  </a:cubicBezTo>
                  <a:cubicBezTo>
                    <a:pt x="3627" y="1015"/>
                    <a:pt x="1" y="468"/>
                    <a:pt x="0" y="468"/>
                  </a:cubicBezTo>
                  <a:lnTo>
                    <a:pt x="0" y="468"/>
                  </a:lnTo>
                  <a:cubicBezTo>
                    <a:pt x="334" y="868"/>
                    <a:pt x="1902" y="1768"/>
                    <a:pt x="3903" y="1768"/>
                  </a:cubicBezTo>
                  <a:lnTo>
                    <a:pt x="24851" y="1768"/>
                  </a:lnTo>
                  <a:cubicBezTo>
                    <a:pt x="24851" y="1768"/>
                    <a:pt x="26886" y="1468"/>
                    <a:pt x="27753" y="468"/>
                  </a:cubicBezTo>
                  <a:lnTo>
                    <a:pt x="27753" y="468"/>
                  </a:lnTo>
                  <a:cubicBezTo>
                    <a:pt x="26658" y="924"/>
                    <a:pt x="24773" y="1115"/>
                    <a:pt x="22747" y="1115"/>
                  </a:cubicBezTo>
                  <a:cubicBezTo>
                    <a:pt x="19590" y="1115"/>
                    <a:pt x="16092" y="651"/>
                    <a:pt x="14711" y="1"/>
                  </a:cubicBezTo>
                  <a:close/>
                </a:path>
              </a:pathLst>
            </a:custGeom>
            <a:solidFill>
              <a:srgbClr val="7966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1"/>
            <p:cNvSpPr/>
            <p:nvPr/>
          </p:nvSpPr>
          <p:spPr>
            <a:xfrm>
              <a:off x="2904750" y="2945050"/>
              <a:ext cx="693850" cy="44225"/>
            </a:xfrm>
            <a:custGeom>
              <a:avLst/>
              <a:gdLst/>
              <a:ahLst/>
              <a:cxnLst/>
              <a:rect l="l" t="t" r="r" b="b"/>
              <a:pathLst>
                <a:path w="27754" h="1769" extrusionOk="0">
                  <a:moveTo>
                    <a:pt x="14711" y="1"/>
                  </a:moveTo>
                  <a:cubicBezTo>
                    <a:pt x="12822" y="780"/>
                    <a:pt x="10122" y="1015"/>
                    <a:pt x="7550" y="1015"/>
                  </a:cubicBezTo>
                  <a:cubicBezTo>
                    <a:pt x="3627" y="1015"/>
                    <a:pt x="1" y="468"/>
                    <a:pt x="0" y="468"/>
                  </a:cubicBezTo>
                  <a:lnTo>
                    <a:pt x="0" y="468"/>
                  </a:lnTo>
                  <a:cubicBezTo>
                    <a:pt x="334" y="868"/>
                    <a:pt x="1902" y="1768"/>
                    <a:pt x="3903" y="1768"/>
                  </a:cubicBezTo>
                  <a:lnTo>
                    <a:pt x="24851" y="1768"/>
                  </a:lnTo>
                  <a:cubicBezTo>
                    <a:pt x="24851" y="1768"/>
                    <a:pt x="26886" y="1468"/>
                    <a:pt x="27753" y="468"/>
                  </a:cubicBezTo>
                  <a:lnTo>
                    <a:pt x="27753" y="468"/>
                  </a:lnTo>
                  <a:cubicBezTo>
                    <a:pt x="26658" y="924"/>
                    <a:pt x="24773" y="1115"/>
                    <a:pt x="22747" y="1115"/>
                  </a:cubicBezTo>
                  <a:cubicBezTo>
                    <a:pt x="19590" y="1115"/>
                    <a:pt x="16092" y="651"/>
                    <a:pt x="1471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31">
            <a:hlinkClick r:id="rId5"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sp>
        <p:nvSpPr>
          <p:cNvPr id="472" name="Google Shape;472;p31">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sp>
        <p:nvSpPr>
          <p:cNvPr id="474" name="Google Shape;474;p31">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sp>
        <p:nvSpPr>
          <p:cNvPr id="137" name="ZoneTexte 9">
            <a:extLst>
              <a:ext uri="{FF2B5EF4-FFF2-40B4-BE49-F238E27FC236}">
                <a16:creationId xmlns:a16="http://schemas.microsoft.com/office/drawing/2014/main" id="{30770ADE-4417-4FEB-8E74-B21250B2518C}"/>
              </a:ext>
            </a:extLst>
          </p:cNvPr>
          <p:cNvSpPr txBox="1"/>
          <p:nvPr/>
        </p:nvSpPr>
        <p:spPr>
          <a:xfrm>
            <a:off x="2535383" y="498086"/>
            <a:ext cx="3755083" cy="830997"/>
          </a:xfrm>
          <a:prstGeom prst="rect">
            <a:avLst/>
          </a:prstGeom>
          <a:noFill/>
        </p:spPr>
        <p:txBody>
          <a:bodyPr wrap="square" rtlCol="0">
            <a:spAutoFit/>
          </a:bodyPr>
          <a:lstStyle/>
          <a:p>
            <a:pPr algn="ctr"/>
            <a:r>
              <a:rPr lang="fr-FR" sz="1600" dirty="0">
                <a:latin typeface="Times New Roman" panose="02020603050405020304" pitchFamily="18" charset="0"/>
                <a:cs typeface="Times New Roman" panose="02020603050405020304" pitchFamily="18" charset="0"/>
              </a:rPr>
              <a:t>Groupe polytechnique</a:t>
            </a:r>
          </a:p>
          <a:p>
            <a:pPr algn="ctr"/>
            <a:r>
              <a:rPr lang="fr-FR" sz="1600" dirty="0">
                <a:latin typeface="Times New Roman" panose="02020603050405020304" pitchFamily="18" charset="0"/>
                <a:cs typeface="Times New Roman" panose="02020603050405020304" pitchFamily="18" charset="0"/>
              </a:rPr>
              <a:t>Institut supérieur des métiers de la statistique</a:t>
            </a:r>
          </a:p>
        </p:txBody>
      </p:sp>
      <p:sp>
        <p:nvSpPr>
          <p:cNvPr id="140" name="ZoneTexte 7">
            <a:extLst>
              <a:ext uri="{FF2B5EF4-FFF2-40B4-BE49-F238E27FC236}">
                <a16:creationId xmlns:a16="http://schemas.microsoft.com/office/drawing/2014/main" id="{8F9BF36D-E045-4E29-9232-1170644A4259}"/>
              </a:ext>
            </a:extLst>
          </p:cNvPr>
          <p:cNvSpPr txBox="1"/>
          <p:nvPr/>
        </p:nvSpPr>
        <p:spPr>
          <a:xfrm>
            <a:off x="410348" y="3975766"/>
            <a:ext cx="3370899" cy="523220"/>
          </a:xfrm>
          <a:prstGeom prst="rect">
            <a:avLst/>
          </a:prstGeom>
          <a:noFill/>
        </p:spPr>
        <p:txBody>
          <a:bodyPr wrap="square" rtlCol="0">
            <a:spAutoFit/>
          </a:bodyPr>
          <a:lstStyle/>
          <a:p>
            <a:r>
              <a:rPr lang="fr-FR" b="1" u="sng" dirty="0">
                <a:latin typeface="Times New Roman" panose="02020603050405020304" pitchFamily="18" charset="0"/>
                <a:cs typeface="Times New Roman" panose="02020603050405020304" pitchFamily="18" charset="0"/>
              </a:rPr>
              <a:t>Réalisé par: </a:t>
            </a:r>
          </a:p>
          <a:p>
            <a:r>
              <a:rPr lang="fr-FR" b="1" dirty="0">
                <a:latin typeface="Times New Roman" panose="02020603050405020304" pitchFamily="18" charset="0"/>
                <a:cs typeface="Times New Roman" panose="02020603050405020304" pitchFamily="18" charset="0"/>
              </a:rPr>
              <a:t>23605: Abderrahmane Bou </a:t>
            </a:r>
            <a:r>
              <a:rPr lang="fr-FR" b="1" dirty="0" err="1">
                <a:latin typeface="Times New Roman" panose="02020603050405020304" pitchFamily="18" charset="0"/>
                <a:cs typeface="Times New Roman" panose="02020603050405020304" pitchFamily="18" charset="0"/>
              </a:rPr>
              <a:t>Elvali</a:t>
            </a:r>
            <a:endParaRPr lang="fr-FR" b="1" dirty="0">
              <a:latin typeface="Times New Roman" panose="02020603050405020304" pitchFamily="18" charset="0"/>
              <a:cs typeface="Times New Roman" panose="02020603050405020304" pitchFamily="18" charset="0"/>
            </a:endParaRPr>
          </a:p>
        </p:txBody>
      </p:sp>
      <p:sp>
        <p:nvSpPr>
          <p:cNvPr id="141" name="ZoneTexte 8">
            <a:extLst>
              <a:ext uri="{FF2B5EF4-FFF2-40B4-BE49-F238E27FC236}">
                <a16:creationId xmlns:a16="http://schemas.microsoft.com/office/drawing/2014/main" id="{4AD02414-9E92-4D2E-9480-7C9172DB99E3}"/>
              </a:ext>
            </a:extLst>
          </p:cNvPr>
          <p:cNvSpPr txBox="1"/>
          <p:nvPr/>
        </p:nvSpPr>
        <p:spPr>
          <a:xfrm>
            <a:off x="5496861" y="4073421"/>
            <a:ext cx="2613024" cy="523220"/>
          </a:xfrm>
          <a:prstGeom prst="rect">
            <a:avLst/>
          </a:prstGeom>
          <a:noFill/>
        </p:spPr>
        <p:txBody>
          <a:bodyPr wrap="square" rtlCol="0">
            <a:spAutoFit/>
          </a:bodyPr>
          <a:lstStyle/>
          <a:p>
            <a:r>
              <a:rPr lang="fr-FR" b="1" u="sng" dirty="0">
                <a:latin typeface="Times New Roman" panose="02020603050405020304" pitchFamily="18" charset="0"/>
                <a:cs typeface="Times New Roman" panose="02020603050405020304" pitchFamily="18" charset="0"/>
              </a:rPr>
              <a:t>Sous la  supervision de:</a:t>
            </a:r>
          </a:p>
          <a:p>
            <a:r>
              <a:rPr lang="fr-FR" b="1" dirty="0">
                <a:latin typeface="Times New Roman" panose="02020603050405020304" pitchFamily="18" charset="0"/>
                <a:cs typeface="Times New Roman" panose="02020603050405020304" pitchFamily="18" charset="0"/>
              </a:rPr>
              <a:t>Dr Ahmed </a:t>
            </a:r>
            <a:r>
              <a:rPr lang="fr-FR" b="1" dirty="0" err="1">
                <a:latin typeface="Times New Roman" panose="02020603050405020304" pitchFamily="18" charset="0"/>
                <a:cs typeface="Times New Roman" panose="02020603050405020304" pitchFamily="18" charset="0"/>
              </a:rPr>
              <a:t>Sejad</a:t>
            </a:r>
            <a:endParaRPr lang="fr-FR" b="1" dirty="0">
              <a:latin typeface="Times New Roman" panose="02020603050405020304" pitchFamily="18" charset="0"/>
              <a:cs typeface="Times New Roman" panose="02020603050405020304" pitchFamily="18" charset="0"/>
            </a:endParaRPr>
          </a:p>
        </p:txBody>
      </p:sp>
      <p:pic>
        <p:nvPicPr>
          <p:cNvPr id="2" name="Picture 3">
            <a:extLst>
              <a:ext uri="{FF2B5EF4-FFF2-40B4-BE49-F238E27FC236}">
                <a16:creationId xmlns:a16="http://schemas.microsoft.com/office/drawing/2014/main" id="{D84D6E62-CAEF-1FC0-20FA-0D53BC40D8A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1907" y="382411"/>
            <a:ext cx="855864" cy="831962"/>
          </a:xfrm>
          <a:prstGeom prst="rect">
            <a:avLst/>
          </a:prstGeom>
        </p:spPr>
      </p:pic>
      <p:pic>
        <p:nvPicPr>
          <p:cNvPr id="128" name="Image 127">
            <a:extLst>
              <a:ext uri="{FF2B5EF4-FFF2-40B4-BE49-F238E27FC236}">
                <a16:creationId xmlns:a16="http://schemas.microsoft.com/office/drawing/2014/main" id="{FCFEDBFF-A643-4311-AB62-5420329D3DAE}"/>
              </a:ext>
            </a:extLst>
          </p:cNvPr>
          <p:cNvPicPr/>
          <p:nvPr/>
        </p:nvPicPr>
        <p:blipFill>
          <a:blip r:embed="rId7"/>
          <a:stretch>
            <a:fillRect/>
          </a:stretch>
        </p:blipFill>
        <p:spPr>
          <a:xfrm>
            <a:off x="6448083" y="357877"/>
            <a:ext cx="1084241" cy="8602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3"/>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509" name="Google Shape;509;p33">
            <a:hlinkClick r:id="rId3"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510" name="Google Shape;510;p33">
            <a:hlinkClick r:id="rId4"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accent1"/>
                </a:solidFill>
                <a:latin typeface="Poppins"/>
                <a:ea typeface="Poppins"/>
                <a:cs typeface="Poppins"/>
                <a:sym typeface="Poppins"/>
              </a:rPr>
              <a:t>Wed</a:t>
            </a:r>
            <a:endParaRPr sz="1800" b="1" dirty="0">
              <a:solidFill>
                <a:schemeClr val="accent1"/>
              </a:solidFill>
              <a:latin typeface="Poppins"/>
              <a:ea typeface="Poppins"/>
              <a:cs typeface="Poppins"/>
              <a:sym typeface="Poppins"/>
            </a:endParaRPr>
          </a:p>
        </p:txBody>
      </p:sp>
      <p:sp>
        <p:nvSpPr>
          <p:cNvPr id="511" name="Google Shape;511;p33">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512" name="Google Shape;512;p33">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513" name="Google Shape;513;p33">
            <a:hlinkClick r:id="rId5" action="ppaction://hlinksldjump"/>
          </p:cNvPr>
          <p:cNvSpPr txBox="1"/>
          <p:nvPr/>
        </p:nvSpPr>
        <p:spPr>
          <a:xfrm>
            <a:off x="140947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Mon</a:t>
            </a:r>
            <a:endParaRPr sz="1800" b="1">
              <a:solidFill>
                <a:schemeClr val="accent1"/>
              </a:solidFill>
              <a:latin typeface="Poppins"/>
              <a:ea typeface="Poppins"/>
              <a:cs typeface="Poppins"/>
              <a:sym typeface="Poppins"/>
            </a:endParaRPr>
          </a:p>
        </p:txBody>
      </p:sp>
      <p:sp>
        <p:nvSpPr>
          <p:cNvPr id="514" name="Google Shape;514;p33">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5" name="Google Shape;515;p33">
            <a:hlinkClick r:id="" action="ppaction://noaction"/>
          </p:cNvPr>
          <p:cNvPicPr preferRelativeResize="0"/>
          <p:nvPr/>
        </p:nvPicPr>
        <p:blipFill>
          <a:blip r:embed="rId6">
            <a:alphaModFix/>
          </a:blip>
          <a:stretch>
            <a:fillRect/>
          </a:stretch>
        </p:blipFill>
        <p:spPr>
          <a:xfrm>
            <a:off x="5572688" y="4588783"/>
            <a:ext cx="360876" cy="341206"/>
          </a:xfrm>
          <a:prstGeom prst="rect">
            <a:avLst/>
          </a:prstGeom>
          <a:noFill/>
          <a:ln>
            <a:noFill/>
          </a:ln>
        </p:spPr>
      </p:pic>
      <p:sp>
        <p:nvSpPr>
          <p:cNvPr id="516" name="Google Shape;516;p33">
            <a:hlinkClick r:id="rId4"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7" name="Google Shape;517;p33">
            <a:hlinkClick r:id="rId4" action="ppaction://hlinksldjump"/>
          </p:cNvPr>
          <p:cNvPicPr preferRelativeResize="0"/>
          <p:nvPr/>
        </p:nvPicPr>
        <p:blipFill rotWithShape="1">
          <a:blip r:embed="rId7">
            <a:alphaModFix/>
          </a:blip>
          <a:srcRect t="2723" b="2723"/>
          <a:stretch/>
        </p:blipFill>
        <p:spPr>
          <a:xfrm>
            <a:off x="7225973" y="4656705"/>
            <a:ext cx="217200" cy="205362"/>
          </a:xfrm>
          <a:prstGeom prst="rect">
            <a:avLst/>
          </a:prstGeom>
          <a:noFill/>
          <a:ln>
            <a:noFill/>
          </a:ln>
        </p:spPr>
      </p:pic>
      <p:sp>
        <p:nvSpPr>
          <p:cNvPr id="518" name="Google Shape;518;p33">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9" name="Google Shape;519;p33">
            <a:hlinkClick r:id="" action="ppaction://noaction"/>
          </p:cNvPr>
          <p:cNvPicPr preferRelativeResize="0"/>
          <p:nvPr/>
        </p:nvPicPr>
        <p:blipFill rotWithShape="1">
          <a:blip r:embed="rId8">
            <a:alphaModFix/>
          </a:blip>
          <a:srcRect t="2723" b="2723"/>
          <a:stretch/>
        </p:blipFill>
        <p:spPr>
          <a:xfrm>
            <a:off x="8016583" y="4656705"/>
            <a:ext cx="217200" cy="205362"/>
          </a:xfrm>
          <a:prstGeom prst="rect">
            <a:avLst/>
          </a:prstGeom>
          <a:noFill/>
          <a:ln>
            <a:noFill/>
          </a:ln>
        </p:spPr>
      </p:pic>
      <p:sp>
        <p:nvSpPr>
          <p:cNvPr id="520" name="Google Shape;520;p33">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21" name="Google Shape;521;p33">
            <a:hlinkClick r:id="" action="ppaction://noaction"/>
          </p:cNvPr>
          <p:cNvPicPr preferRelativeResize="0"/>
          <p:nvPr/>
        </p:nvPicPr>
        <p:blipFill rotWithShape="1">
          <a:blip r:embed="rId9">
            <a:alphaModFix/>
          </a:blip>
          <a:srcRect t="2723" b="2723"/>
          <a:stretch/>
        </p:blipFill>
        <p:spPr>
          <a:xfrm>
            <a:off x="6435363" y="4656705"/>
            <a:ext cx="217200" cy="205362"/>
          </a:xfrm>
          <a:prstGeom prst="rect">
            <a:avLst/>
          </a:prstGeom>
          <a:noFill/>
          <a:ln>
            <a:noFill/>
          </a:ln>
        </p:spPr>
      </p:pic>
      <p:grpSp>
        <p:nvGrpSpPr>
          <p:cNvPr id="522" name="Google Shape;522;p33"/>
          <p:cNvGrpSpPr/>
          <p:nvPr/>
        </p:nvGrpSpPr>
        <p:grpSpPr>
          <a:xfrm>
            <a:off x="101721" y="4505825"/>
            <a:ext cx="8940558" cy="84600"/>
            <a:chOff x="155346" y="4358775"/>
            <a:chExt cx="8934304" cy="84600"/>
          </a:xfrm>
        </p:grpSpPr>
        <p:cxnSp>
          <p:nvCxnSpPr>
            <p:cNvPr id="523" name="Google Shape;523;p33"/>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524" name="Google Shape;524;p33"/>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 name="Google Shape;525;p33"/>
          <p:cNvGrpSpPr/>
          <p:nvPr/>
        </p:nvGrpSpPr>
        <p:grpSpPr>
          <a:xfrm flipH="1">
            <a:off x="270750" y="110651"/>
            <a:ext cx="8627325" cy="4089001"/>
            <a:chOff x="270750" y="253149"/>
            <a:chExt cx="8627325" cy="4089001"/>
          </a:xfrm>
        </p:grpSpPr>
        <p:sp>
          <p:nvSpPr>
            <p:cNvPr id="526" name="Google Shape;526;p33"/>
            <p:cNvSpPr/>
            <p:nvPr/>
          </p:nvSpPr>
          <p:spPr>
            <a:xfrm>
              <a:off x="669525" y="1066225"/>
              <a:ext cx="1189800" cy="1189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3"/>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3"/>
            <p:cNvSpPr/>
            <p:nvPr/>
          </p:nvSpPr>
          <p:spPr>
            <a:xfrm>
              <a:off x="8301150" y="40481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3"/>
            <p:cNvSpPr/>
            <p:nvPr/>
          </p:nvSpPr>
          <p:spPr>
            <a:xfrm>
              <a:off x="6009175" y="2531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3"/>
            <p:cNvSpPr/>
            <p:nvPr/>
          </p:nvSpPr>
          <p:spPr>
            <a:xfrm>
              <a:off x="8325975" y="33980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3"/>
            <p:cNvSpPr/>
            <p:nvPr/>
          </p:nvSpPr>
          <p:spPr>
            <a:xfrm>
              <a:off x="3265475" y="2656500"/>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3"/>
            <p:cNvSpPr/>
            <p:nvPr/>
          </p:nvSpPr>
          <p:spPr>
            <a:xfrm>
              <a:off x="5501788" y="1677663"/>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3"/>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 name="Google Shape;534;p33"/>
          <p:cNvSpPr txBox="1">
            <a:spLocks noGrp="1"/>
          </p:cNvSpPr>
          <p:nvPr>
            <p:ph type="title"/>
          </p:nvPr>
        </p:nvSpPr>
        <p:spPr>
          <a:xfrm>
            <a:off x="3969566" y="310458"/>
            <a:ext cx="1189801"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Plan</a:t>
            </a:r>
            <a:endParaRPr dirty="0"/>
          </a:p>
        </p:txBody>
      </p:sp>
      <p:sp>
        <p:nvSpPr>
          <p:cNvPr id="535" name="Google Shape;535;p33">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3">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txBox="1"/>
          <p:nvPr/>
        </p:nvSpPr>
        <p:spPr>
          <a:xfrm>
            <a:off x="7333838" y="1932444"/>
            <a:ext cx="360900" cy="99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00" dirty="0">
                <a:solidFill>
                  <a:schemeClr val="lt2"/>
                </a:solidFill>
                <a:latin typeface="Poppins"/>
                <a:ea typeface="Poppins"/>
                <a:cs typeface="Poppins"/>
                <a:sym typeface="Poppins"/>
              </a:rPr>
              <a:t>7</a:t>
            </a:r>
            <a:endParaRPr sz="1100" dirty="0">
              <a:solidFill>
                <a:schemeClr val="lt2"/>
              </a:solidFill>
              <a:latin typeface="Poppins"/>
              <a:ea typeface="Poppins"/>
              <a:cs typeface="Poppins"/>
              <a:sym typeface="Poppins"/>
            </a:endParaRPr>
          </a:p>
        </p:txBody>
      </p:sp>
      <p:sp>
        <p:nvSpPr>
          <p:cNvPr id="570" name="Google Shape;570;p33"/>
          <p:cNvSpPr txBox="1"/>
          <p:nvPr/>
        </p:nvSpPr>
        <p:spPr>
          <a:xfrm>
            <a:off x="621017" y="4498986"/>
            <a:ext cx="7956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71" name="Google Shape;571;p33">
            <a:hlinkClick r:id="rId10" action="ppaction://hlinksldjump"/>
          </p:cNvPr>
          <p:cNvPicPr preferRelativeResize="0"/>
          <p:nvPr/>
        </p:nvPicPr>
        <p:blipFill rotWithShape="1">
          <a:blip r:embed="rId11">
            <a:alphaModFix/>
          </a:blip>
          <a:srcRect/>
          <a:stretch/>
        </p:blipFill>
        <p:spPr>
          <a:xfrm>
            <a:off x="881657" y="4626989"/>
            <a:ext cx="274320" cy="274320"/>
          </a:xfrm>
          <a:prstGeom prst="rect">
            <a:avLst/>
          </a:prstGeom>
          <a:noFill/>
          <a:ln>
            <a:noFill/>
          </a:ln>
        </p:spPr>
      </p:pic>
      <p:sp>
        <p:nvSpPr>
          <p:cNvPr id="572" name="Google Shape;572;p33"/>
          <p:cNvSpPr/>
          <p:nvPr/>
        </p:nvSpPr>
        <p:spPr>
          <a:xfrm>
            <a:off x="621792"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 name="Google Shape;485;p32">
            <a:hlinkClick r:id="rId10" action="ppaction://hlinksldjump"/>
            <a:extLst>
              <a:ext uri="{FF2B5EF4-FFF2-40B4-BE49-F238E27FC236}">
                <a16:creationId xmlns:a16="http://schemas.microsoft.com/office/drawing/2014/main" id="{ADF424EB-D5F1-49C9-9A70-9EDC98454CB7}"/>
              </a:ext>
            </a:extLst>
          </p:cNvPr>
          <p:cNvPicPr preferRelativeResize="0"/>
          <p:nvPr/>
        </p:nvPicPr>
        <p:blipFill>
          <a:blip r:embed="rId12">
            <a:alphaModFix/>
          </a:blip>
          <a:stretch>
            <a:fillRect/>
          </a:stretch>
        </p:blipFill>
        <p:spPr>
          <a:xfrm>
            <a:off x="713224" y="585350"/>
            <a:ext cx="360887" cy="260251"/>
          </a:xfrm>
          <a:prstGeom prst="rect">
            <a:avLst/>
          </a:prstGeom>
          <a:noFill/>
          <a:ln>
            <a:noFill/>
          </a:ln>
        </p:spPr>
      </p:pic>
      <p:sp>
        <p:nvSpPr>
          <p:cNvPr id="43" name="Rectangle 42">
            <a:extLst>
              <a:ext uri="{FF2B5EF4-FFF2-40B4-BE49-F238E27FC236}">
                <a16:creationId xmlns:a16="http://schemas.microsoft.com/office/drawing/2014/main" id="{7BE7C0C3-CC4E-499A-BEDB-4BDA359E30D4}"/>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44" name="Group 43">
            <a:extLst>
              <a:ext uri="{FF2B5EF4-FFF2-40B4-BE49-F238E27FC236}">
                <a16:creationId xmlns:a16="http://schemas.microsoft.com/office/drawing/2014/main" id="{1F82DD43-3B25-4D0E-86FD-CD1CD173A760}"/>
              </a:ext>
            </a:extLst>
          </p:cNvPr>
          <p:cNvGrpSpPr/>
          <p:nvPr/>
        </p:nvGrpSpPr>
        <p:grpSpPr>
          <a:xfrm>
            <a:off x="4220731" y="4588783"/>
            <a:ext cx="789238" cy="411222"/>
            <a:chOff x="5650400" y="6231232"/>
            <a:chExt cx="789238" cy="484094"/>
          </a:xfrm>
        </p:grpSpPr>
        <p:sp>
          <p:nvSpPr>
            <p:cNvPr id="45" name="Oval 44">
              <a:extLst>
                <a:ext uri="{FF2B5EF4-FFF2-40B4-BE49-F238E27FC236}">
                  <a16:creationId xmlns:a16="http://schemas.microsoft.com/office/drawing/2014/main" id="{81481BAD-983F-4E74-A9E4-B9D35907A263}"/>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Slide Number Placeholder 2">
              <a:extLst>
                <a:ext uri="{FF2B5EF4-FFF2-40B4-BE49-F238E27FC236}">
                  <a16:creationId xmlns:a16="http://schemas.microsoft.com/office/drawing/2014/main" id="{61EA88BF-C26E-4426-889E-3A13DCAF0617}"/>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1</a:t>
              </a:r>
              <a:endParaRPr lang="fr-FR" sz="2000" b="1" dirty="0">
                <a:cs typeface="Arial" panose="020B0604020202020204" pitchFamily="34" charset="0"/>
              </a:endParaRPr>
            </a:p>
          </p:txBody>
        </p:sp>
      </p:grpSp>
      <p:sp>
        <p:nvSpPr>
          <p:cNvPr id="59" name="Google Shape;515;p65">
            <a:extLst>
              <a:ext uri="{FF2B5EF4-FFF2-40B4-BE49-F238E27FC236}">
                <a16:creationId xmlns:a16="http://schemas.microsoft.com/office/drawing/2014/main" id="{08D9E33F-D2F0-45EB-6435-2BE568B67DB7}"/>
              </a:ext>
            </a:extLst>
          </p:cNvPr>
          <p:cNvSpPr/>
          <p:nvPr/>
        </p:nvSpPr>
        <p:spPr>
          <a:xfrm flipH="1">
            <a:off x="1966071" y="1460608"/>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01</a:t>
            </a:r>
            <a:endParaRPr lang="fr-FR" sz="3600" noProof="0" dirty="0">
              <a:solidFill>
                <a:schemeClr val="tx2"/>
              </a:solidFill>
              <a:latin typeface="Montserrat ExtraBold"/>
              <a:ea typeface="Montserrat ExtraBold"/>
              <a:cs typeface="Montserrat ExtraBold"/>
              <a:sym typeface="Montserrat ExtraBold"/>
            </a:endParaRPr>
          </a:p>
        </p:txBody>
      </p:sp>
      <p:cxnSp>
        <p:nvCxnSpPr>
          <p:cNvPr id="60" name="Google Shape;522;p65">
            <a:extLst>
              <a:ext uri="{FF2B5EF4-FFF2-40B4-BE49-F238E27FC236}">
                <a16:creationId xmlns:a16="http://schemas.microsoft.com/office/drawing/2014/main" id="{C15FCF81-6CA1-D650-4DBD-20E3A7171D8C}"/>
              </a:ext>
            </a:extLst>
          </p:cNvPr>
          <p:cNvCxnSpPr>
            <a:cxnSpLocks/>
          </p:cNvCxnSpPr>
          <p:nvPr/>
        </p:nvCxnSpPr>
        <p:spPr>
          <a:xfrm>
            <a:off x="2761672" y="1834832"/>
            <a:ext cx="3227596" cy="686"/>
          </a:xfrm>
          <a:prstGeom prst="straightConnector1">
            <a:avLst/>
          </a:prstGeom>
          <a:noFill/>
          <a:ln w="38100" cap="flat" cmpd="sng">
            <a:solidFill>
              <a:schemeClr val="tx1"/>
            </a:solidFill>
            <a:prstDash val="solid"/>
            <a:round/>
            <a:headEnd type="none" w="med" len="med"/>
            <a:tailEnd type="none" w="med" len="med"/>
          </a:ln>
        </p:spPr>
      </p:cxnSp>
      <p:sp>
        <p:nvSpPr>
          <p:cNvPr id="461" name="Google Shape;515;p65">
            <a:extLst>
              <a:ext uri="{FF2B5EF4-FFF2-40B4-BE49-F238E27FC236}">
                <a16:creationId xmlns:a16="http://schemas.microsoft.com/office/drawing/2014/main" id="{FB4BBE55-839A-EB70-3315-DA8ABC420CFE}"/>
              </a:ext>
            </a:extLst>
          </p:cNvPr>
          <p:cNvSpPr/>
          <p:nvPr/>
        </p:nvSpPr>
        <p:spPr>
          <a:xfrm flipH="1">
            <a:off x="6006334" y="1480985"/>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02</a:t>
            </a:r>
            <a:endParaRPr lang="fr-FR" sz="4000" noProof="0" dirty="0">
              <a:solidFill>
                <a:schemeClr val="tx2"/>
              </a:solidFill>
              <a:latin typeface="Montserrat ExtraBold"/>
              <a:ea typeface="Montserrat ExtraBold"/>
              <a:cs typeface="Montserrat ExtraBold"/>
              <a:sym typeface="Montserrat ExtraBold"/>
            </a:endParaRPr>
          </a:p>
        </p:txBody>
      </p:sp>
      <p:sp>
        <p:nvSpPr>
          <p:cNvPr id="462" name="Google Shape;515;p65">
            <a:extLst>
              <a:ext uri="{FF2B5EF4-FFF2-40B4-BE49-F238E27FC236}">
                <a16:creationId xmlns:a16="http://schemas.microsoft.com/office/drawing/2014/main" id="{D4EF3A02-2731-70AA-5207-B59EBE77B4E4}"/>
              </a:ext>
            </a:extLst>
          </p:cNvPr>
          <p:cNvSpPr/>
          <p:nvPr/>
        </p:nvSpPr>
        <p:spPr>
          <a:xfrm flipH="1">
            <a:off x="1983181" y="2986769"/>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03</a:t>
            </a:r>
          </a:p>
        </p:txBody>
      </p:sp>
      <p:sp>
        <p:nvSpPr>
          <p:cNvPr id="463" name="Google Shape;515;p65">
            <a:extLst>
              <a:ext uri="{FF2B5EF4-FFF2-40B4-BE49-F238E27FC236}">
                <a16:creationId xmlns:a16="http://schemas.microsoft.com/office/drawing/2014/main" id="{22E134E3-0F8F-75AE-93D4-6A6919A6843D}"/>
              </a:ext>
            </a:extLst>
          </p:cNvPr>
          <p:cNvSpPr/>
          <p:nvPr/>
        </p:nvSpPr>
        <p:spPr>
          <a:xfrm flipH="1">
            <a:off x="6020327" y="2990167"/>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04</a:t>
            </a:r>
          </a:p>
        </p:txBody>
      </p:sp>
      <p:cxnSp>
        <p:nvCxnSpPr>
          <p:cNvPr id="464" name="Google Shape;522;p65">
            <a:extLst>
              <a:ext uri="{FF2B5EF4-FFF2-40B4-BE49-F238E27FC236}">
                <a16:creationId xmlns:a16="http://schemas.microsoft.com/office/drawing/2014/main" id="{CE56E639-1625-BB5C-E815-2333DA156ED3}"/>
              </a:ext>
            </a:extLst>
          </p:cNvPr>
          <p:cNvCxnSpPr>
            <a:cxnSpLocks/>
          </p:cNvCxnSpPr>
          <p:nvPr/>
        </p:nvCxnSpPr>
        <p:spPr>
          <a:xfrm>
            <a:off x="2787300" y="3354460"/>
            <a:ext cx="3227596" cy="686"/>
          </a:xfrm>
          <a:prstGeom prst="straightConnector1">
            <a:avLst/>
          </a:prstGeom>
          <a:noFill/>
          <a:ln w="38100" cap="flat" cmpd="sng">
            <a:solidFill>
              <a:schemeClr val="tx1"/>
            </a:solidFill>
            <a:prstDash val="solid"/>
            <a:round/>
            <a:headEnd type="none" w="med" len="med"/>
            <a:tailEnd type="none" w="med" len="med"/>
          </a:ln>
        </p:spPr>
      </p:cxnSp>
      <p:cxnSp>
        <p:nvCxnSpPr>
          <p:cNvPr id="465" name="Google Shape;522;p65">
            <a:extLst>
              <a:ext uri="{FF2B5EF4-FFF2-40B4-BE49-F238E27FC236}">
                <a16:creationId xmlns:a16="http://schemas.microsoft.com/office/drawing/2014/main" id="{E20DB54E-A62F-B478-5EF5-DA0A277C9C03}"/>
              </a:ext>
            </a:extLst>
          </p:cNvPr>
          <p:cNvCxnSpPr>
            <a:cxnSpLocks/>
          </p:cNvCxnSpPr>
          <p:nvPr/>
        </p:nvCxnSpPr>
        <p:spPr>
          <a:xfrm flipV="1">
            <a:off x="2363871" y="2578789"/>
            <a:ext cx="4040263" cy="32564"/>
          </a:xfrm>
          <a:prstGeom prst="straightConnector1">
            <a:avLst/>
          </a:prstGeom>
          <a:noFill/>
          <a:ln w="38100" cap="flat" cmpd="sng">
            <a:solidFill>
              <a:schemeClr val="tx1"/>
            </a:solidFill>
            <a:prstDash val="solid"/>
            <a:round/>
            <a:headEnd type="none" w="med" len="med"/>
            <a:tailEnd type="none" w="med" len="med"/>
          </a:ln>
        </p:spPr>
      </p:cxnSp>
      <p:cxnSp>
        <p:nvCxnSpPr>
          <p:cNvPr id="468" name="Google Shape;522;p65">
            <a:extLst>
              <a:ext uri="{FF2B5EF4-FFF2-40B4-BE49-F238E27FC236}">
                <a16:creationId xmlns:a16="http://schemas.microsoft.com/office/drawing/2014/main" id="{ACC22A3A-260F-4C3B-4CC7-E6FD6698E4E8}"/>
              </a:ext>
            </a:extLst>
          </p:cNvPr>
          <p:cNvCxnSpPr>
            <a:cxnSpLocks/>
          </p:cNvCxnSpPr>
          <p:nvPr/>
        </p:nvCxnSpPr>
        <p:spPr>
          <a:xfrm flipV="1">
            <a:off x="6393317" y="2192974"/>
            <a:ext cx="0" cy="404356"/>
          </a:xfrm>
          <a:prstGeom prst="straightConnector1">
            <a:avLst/>
          </a:prstGeom>
          <a:noFill/>
          <a:ln w="38100" cap="flat" cmpd="sng">
            <a:solidFill>
              <a:schemeClr val="tx1"/>
            </a:solidFill>
            <a:prstDash val="solid"/>
            <a:round/>
            <a:headEnd type="none" w="med" len="med"/>
            <a:tailEnd type="none" w="med" len="med"/>
          </a:ln>
        </p:spPr>
      </p:cxnSp>
      <p:cxnSp>
        <p:nvCxnSpPr>
          <p:cNvPr id="472" name="Google Shape;522;p65">
            <a:extLst>
              <a:ext uri="{FF2B5EF4-FFF2-40B4-BE49-F238E27FC236}">
                <a16:creationId xmlns:a16="http://schemas.microsoft.com/office/drawing/2014/main" id="{42B54E66-EE56-4343-930C-E43CA7CE8B77}"/>
              </a:ext>
            </a:extLst>
          </p:cNvPr>
          <p:cNvCxnSpPr>
            <a:cxnSpLocks/>
          </p:cNvCxnSpPr>
          <p:nvPr/>
        </p:nvCxnSpPr>
        <p:spPr>
          <a:xfrm flipV="1">
            <a:off x="2362302" y="2611353"/>
            <a:ext cx="0" cy="404356"/>
          </a:xfrm>
          <a:prstGeom prst="straightConnector1">
            <a:avLst/>
          </a:prstGeom>
          <a:noFill/>
          <a:ln w="38100" cap="flat" cmpd="sng">
            <a:solidFill>
              <a:schemeClr val="tx1"/>
            </a:solidFill>
            <a:prstDash val="solid"/>
            <a:round/>
            <a:headEnd type="none" w="med" len="med"/>
            <a:tailEnd type="none" w="med" len="med"/>
          </a:ln>
        </p:spPr>
      </p:cxnSp>
      <p:sp>
        <p:nvSpPr>
          <p:cNvPr id="473" name="Google Shape;537;p33">
            <a:extLst>
              <a:ext uri="{FF2B5EF4-FFF2-40B4-BE49-F238E27FC236}">
                <a16:creationId xmlns:a16="http://schemas.microsoft.com/office/drawing/2014/main" id="{A19912F7-B0C5-9E1C-8948-65E3BBCAD8B6}"/>
              </a:ext>
            </a:extLst>
          </p:cNvPr>
          <p:cNvSpPr/>
          <p:nvPr/>
        </p:nvSpPr>
        <p:spPr>
          <a:xfrm>
            <a:off x="101721" y="1628215"/>
            <a:ext cx="1934790"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Introduction</a:t>
            </a:r>
            <a:endParaRPr sz="2000" dirty="0">
              <a:solidFill>
                <a:schemeClr val="lt2"/>
              </a:solidFill>
              <a:latin typeface="Poppins ExtraBold"/>
              <a:ea typeface="Poppins ExtraBold"/>
              <a:cs typeface="Poppins ExtraBold"/>
              <a:sym typeface="Poppins ExtraBold"/>
            </a:endParaRPr>
          </a:p>
        </p:txBody>
      </p:sp>
      <p:sp>
        <p:nvSpPr>
          <p:cNvPr id="474" name="Google Shape;540;p33">
            <a:extLst>
              <a:ext uri="{FF2B5EF4-FFF2-40B4-BE49-F238E27FC236}">
                <a16:creationId xmlns:a16="http://schemas.microsoft.com/office/drawing/2014/main" id="{1C220804-BDFC-98E1-25EA-1F05C856220A}"/>
              </a:ext>
            </a:extLst>
          </p:cNvPr>
          <p:cNvSpPr/>
          <p:nvPr/>
        </p:nvSpPr>
        <p:spPr>
          <a:xfrm>
            <a:off x="149945" y="2972825"/>
            <a:ext cx="1886566" cy="761680"/>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Réalisation Technique</a:t>
            </a:r>
            <a:endParaRPr sz="2000" dirty="0">
              <a:solidFill>
                <a:schemeClr val="lt2"/>
              </a:solidFill>
              <a:latin typeface="Poppins ExtraBold"/>
              <a:ea typeface="Poppins ExtraBold"/>
              <a:cs typeface="Poppins ExtraBold"/>
              <a:sym typeface="Poppins ExtraBold"/>
            </a:endParaRPr>
          </a:p>
        </p:txBody>
      </p:sp>
      <p:sp>
        <p:nvSpPr>
          <p:cNvPr id="475" name="Google Shape;539;p33">
            <a:extLst>
              <a:ext uri="{FF2B5EF4-FFF2-40B4-BE49-F238E27FC236}">
                <a16:creationId xmlns:a16="http://schemas.microsoft.com/office/drawing/2014/main" id="{B476AEB3-604F-7740-9B7A-48886B07DD75}"/>
              </a:ext>
            </a:extLst>
          </p:cNvPr>
          <p:cNvSpPr/>
          <p:nvPr/>
        </p:nvSpPr>
        <p:spPr>
          <a:xfrm>
            <a:off x="6729962" y="1653921"/>
            <a:ext cx="1841517" cy="355118"/>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Conception</a:t>
            </a:r>
            <a:endParaRPr sz="2000" dirty="0">
              <a:solidFill>
                <a:schemeClr val="lt2"/>
              </a:solidFill>
              <a:latin typeface="Poppins ExtraBold"/>
              <a:ea typeface="Poppins ExtraBold"/>
              <a:cs typeface="Poppins ExtraBold"/>
              <a:sym typeface="Poppins ExtraBold"/>
            </a:endParaRPr>
          </a:p>
        </p:txBody>
      </p:sp>
      <p:sp>
        <p:nvSpPr>
          <p:cNvPr id="476" name="Google Shape;541;p33">
            <a:extLst>
              <a:ext uri="{FF2B5EF4-FFF2-40B4-BE49-F238E27FC236}">
                <a16:creationId xmlns:a16="http://schemas.microsoft.com/office/drawing/2014/main" id="{67C4A2C2-362B-EC75-C3DA-AE81847B142F}"/>
              </a:ext>
            </a:extLst>
          </p:cNvPr>
          <p:cNvSpPr/>
          <p:nvPr/>
        </p:nvSpPr>
        <p:spPr>
          <a:xfrm>
            <a:off x="6712048" y="3150189"/>
            <a:ext cx="2330227"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D</a:t>
            </a:r>
            <a:r>
              <a:rPr lang="fr-FR" sz="2000" dirty="0">
                <a:solidFill>
                  <a:schemeClr val="lt2"/>
                </a:solidFill>
                <a:latin typeface="Poppins ExtraBold"/>
                <a:ea typeface="Poppins ExtraBold"/>
                <a:cs typeface="Poppins ExtraBold"/>
                <a:sym typeface="Poppins ExtraBold"/>
              </a:rPr>
              <a:t>é</a:t>
            </a:r>
            <a:r>
              <a:rPr lang="en" sz="2000" dirty="0">
                <a:solidFill>
                  <a:schemeClr val="lt2"/>
                </a:solidFill>
                <a:latin typeface="Poppins ExtraBold"/>
                <a:ea typeface="Poppins ExtraBold"/>
                <a:cs typeface="Poppins ExtraBold"/>
                <a:sym typeface="Poppins ExtraBold"/>
              </a:rPr>
              <a:t>monstration</a:t>
            </a:r>
            <a:endParaRPr sz="2000" dirty="0">
              <a:solidFill>
                <a:schemeClr val="lt2"/>
              </a:solidFill>
              <a:latin typeface="Poppins ExtraBold"/>
              <a:ea typeface="Poppins ExtraBold"/>
              <a:cs typeface="Poppins ExtraBold"/>
              <a:sym typeface="Poppins ExtraBold"/>
            </a:endParaRPr>
          </a:p>
        </p:txBody>
      </p:sp>
      <mc:AlternateContent xmlns:mc="http://schemas.openxmlformats.org/markup-compatibility/2006" xmlns:pslz="http://schemas.microsoft.com/office/powerpoint/2016/slidezoom">
        <mc:Choice Requires="pslz">
          <p:graphicFrame>
            <p:nvGraphicFramePr>
              <p:cNvPr id="3" name="Zoom de diapositive 2">
                <a:extLst>
                  <a:ext uri="{FF2B5EF4-FFF2-40B4-BE49-F238E27FC236}">
                    <a16:creationId xmlns:a16="http://schemas.microsoft.com/office/drawing/2014/main" id="{64624D5F-FD10-5558-F8EF-42F5CD407A10}"/>
                  </a:ext>
                </a:extLst>
              </p:cNvPr>
              <p:cNvGraphicFramePr>
                <a:graphicFrameLocks noChangeAspect="1"/>
              </p:cNvGraphicFramePr>
              <p:nvPr>
                <p:extLst>
                  <p:ext uri="{D42A27DB-BD31-4B8C-83A1-F6EECF244321}">
                    <p14:modId xmlns:p14="http://schemas.microsoft.com/office/powerpoint/2010/main" val="598775498"/>
                  </p:ext>
                </p:extLst>
              </p:nvPr>
            </p:nvGraphicFramePr>
            <p:xfrm>
              <a:off x="2474504" y="1692657"/>
              <a:ext cx="69572" cy="45719"/>
            </p:xfrm>
            <a:graphic>
              <a:graphicData uri="http://schemas.microsoft.com/office/powerpoint/2016/slidezoom">
                <pslz:sldZm>
                  <pslz:sldZmObj sldId="257" cId="0">
                    <pslz:zmPr id="{AE1FB1C3-DF21-4E62-944A-DB345799C53C}" returnToParent="0" imageType="cover" transitionDur="1000">
                      <p166:blipFill xmlns:p166="http://schemas.microsoft.com/office/powerpoint/2016/6/main">
                        <a:blip r:embed="rId13"/>
                        <a:stretch>
                          <a:fillRect/>
                        </a:stretch>
                      </p166:blipFill>
                      <p166:spPr xmlns:p166="http://schemas.microsoft.com/office/powerpoint/2016/6/main">
                        <a:xfrm>
                          <a:off x="0" y="0"/>
                          <a:ext cx="69572" cy="45719"/>
                        </a:xfrm>
                        <a:prstGeom prst="rect">
                          <a:avLst/>
                        </a:prstGeom>
                        <a:ln w="3175">
                          <a:solidFill>
                            <a:prstClr val="ltGray"/>
                          </a:solidFill>
                        </a:ln>
                      </p166:spPr>
                    </pslz:zmPr>
                  </pslz:sldZmObj>
                </pslz:sldZm>
              </a:graphicData>
            </a:graphic>
          </p:graphicFrame>
        </mc:Choice>
        <mc:Fallback xmlns="">
          <p:pic>
            <p:nvPicPr>
              <p:cNvPr id="3" name="Zoom de diapositive 2">
                <a:hlinkClick r:id="rId14" action="ppaction://hlinksldjump"/>
                <a:extLst>
                  <a:ext uri="{FF2B5EF4-FFF2-40B4-BE49-F238E27FC236}">
                    <a16:creationId xmlns:a16="http://schemas.microsoft.com/office/drawing/2014/main" id="{64624D5F-FD10-5558-F8EF-42F5CD407A10}"/>
                  </a:ext>
                </a:extLst>
              </p:cNvPr>
              <p:cNvPicPr>
                <a:picLocks noGrp="1" noRot="1" noChangeAspect="1" noMove="1" noResize="1" noEditPoints="1" noAdjustHandles="1" noChangeArrowheads="1" noChangeShapeType="1"/>
              </p:cNvPicPr>
              <p:nvPr/>
            </p:nvPicPr>
            <p:blipFill>
              <a:blip r:embed="rId15"/>
              <a:stretch>
                <a:fillRect/>
              </a:stretch>
            </p:blipFill>
            <p:spPr>
              <a:xfrm>
                <a:off x="2474504" y="1692657"/>
                <a:ext cx="69572" cy="45719"/>
              </a:xfrm>
              <a:prstGeom prst="rect">
                <a:avLst/>
              </a:prstGeom>
              <a:ln w="3175">
                <a:solidFill>
                  <a:prstClr val="ltGray"/>
                </a:solidFill>
              </a:ln>
            </p:spPr>
          </p:pic>
        </mc:Fallback>
      </mc:AlternateContent>
    </p:spTree>
    <p:extLst>
      <p:ext uri="{BB962C8B-B14F-4D97-AF65-F5344CB8AC3E}">
        <p14:creationId xmlns:p14="http://schemas.microsoft.com/office/powerpoint/2010/main" val="51025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4"/>
                                        </p:tgtEl>
                                        <p:attrNameLst>
                                          <p:attrName>style.visibility</p:attrName>
                                        </p:attrNameLst>
                                      </p:cBhvr>
                                      <p:to>
                                        <p:strVal val="visible"/>
                                      </p:to>
                                    </p:set>
                                    <p:anim calcmode="lin" valueType="num">
                                      <p:cBhvr additive="base">
                                        <p:cTn id="7" dur="500" fill="hold"/>
                                        <p:tgtEl>
                                          <p:spTgt spid="534"/>
                                        </p:tgtEl>
                                        <p:attrNameLst>
                                          <p:attrName>ppt_x</p:attrName>
                                        </p:attrNameLst>
                                      </p:cBhvr>
                                      <p:tavLst>
                                        <p:tav tm="0">
                                          <p:val>
                                            <p:strVal val="#ppt_x"/>
                                          </p:val>
                                        </p:tav>
                                        <p:tav tm="100000">
                                          <p:val>
                                            <p:strVal val="#ppt_x"/>
                                          </p:val>
                                        </p:tav>
                                      </p:tavLst>
                                    </p:anim>
                                    <p:anim calcmode="lin" valueType="num">
                                      <p:cBhvr additive="base">
                                        <p:cTn id="8" dur="500" fill="hold"/>
                                        <p:tgtEl>
                                          <p:spTgt spid="5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73"/>
                                        </p:tgtEl>
                                        <p:attrNameLst>
                                          <p:attrName>style.visibility</p:attrName>
                                        </p:attrNameLst>
                                      </p:cBhvr>
                                      <p:to>
                                        <p:strVal val="visible"/>
                                      </p:to>
                                    </p:set>
                                    <p:animEffect transition="in" filter="fade">
                                      <p:cBhvr>
                                        <p:cTn id="16" dur="500"/>
                                        <p:tgtEl>
                                          <p:spTgt spid="47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67"/>
                                        </p:tgtEl>
                                        <p:attrNameLst>
                                          <p:attrName>style.visibility</p:attrName>
                                        </p:attrNameLst>
                                      </p:cBhvr>
                                      <p:to>
                                        <p:strVal val="visible"/>
                                      </p:to>
                                    </p:set>
                                    <p:animEffect transition="in" filter="fade">
                                      <p:cBhvr>
                                        <p:cTn id="21" dur="500"/>
                                        <p:tgtEl>
                                          <p:spTgt spid="567"/>
                                        </p:tgtEl>
                                      </p:cBhvr>
                                    </p:animEffect>
                                  </p:childTnLst>
                                </p:cTn>
                              </p:par>
                              <p:par>
                                <p:cTn id="22" presetID="10" presetClass="entr" presetSubtype="0" fill="hold"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500"/>
                                        <p:tgtEl>
                                          <p:spTgt spid="6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61"/>
                                        </p:tgtEl>
                                        <p:attrNameLst>
                                          <p:attrName>style.visibility</p:attrName>
                                        </p:attrNameLst>
                                      </p:cBhvr>
                                      <p:to>
                                        <p:strVal val="visible"/>
                                      </p:to>
                                    </p:set>
                                    <p:animEffect transition="in" filter="fade">
                                      <p:cBhvr>
                                        <p:cTn id="27" dur="500"/>
                                        <p:tgtEl>
                                          <p:spTgt spid="46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75"/>
                                        </p:tgtEl>
                                        <p:attrNameLst>
                                          <p:attrName>style.visibility</p:attrName>
                                        </p:attrNameLst>
                                      </p:cBhvr>
                                      <p:to>
                                        <p:strVal val="visible"/>
                                      </p:to>
                                    </p:set>
                                    <p:animEffect transition="in" filter="fade">
                                      <p:cBhvr>
                                        <p:cTn id="30" dur="500"/>
                                        <p:tgtEl>
                                          <p:spTgt spid="47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62"/>
                                        </p:tgtEl>
                                        <p:attrNameLst>
                                          <p:attrName>style.visibility</p:attrName>
                                        </p:attrNameLst>
                                      </p:cBhvr>
                                      <p:to>
                                        <p:strVal val="visible"/>
                                      </p:to>
                                    </p:set>
                                    <p:animEffect transition="in" filter="fade">
                                      <p:cBhvr>
                                        <p:cTn id="35" dur="500"/>
                                        <p:tgtEl>
                                          <p:spTgt spid="462"/>
                                        </p:tgtEl>
                                      </p:cBhvr>
                                    </p:animEffect>
                                  </p:childTnLst>
                                </p:cTn>
                              </p:par>
                              <p:par>
                                <p:cTn id="36" presetID="2" presetClass="entr" presetSubtype="4" fill="hold" nodeType="withEffect">
                                  <p:stCondLst>
                                    <p:cond delay="0"/>
                                  </p:stCondLst>
                                  <p:childTnLst>
                                    <p:set>
                                      <p:cBhvr>
                                        <p:cTn id="37" dur="1" fill="hold">
                                          <p:stCondLst>
                                            <p:cond delay="0"/>
                                          </p:stCondLst>
                                        </p:cTn>
                                        <p:tgtEl>
                                          <p:spTgt spid="465"/>
                                        </p:tgtEl>
                                        <p:attrNameLst>
                                          <p:attrName>style.visibility</p:attrName>
                                        </p:attrNameLst>
                                      </p:cBhvr>
                                      <p:to>
                                        <p:strVal val="visible"/>
                                      </p:to>
                                    </p:set>
                                    <p:anim calcmode="lin" valueType="num">
                                      <p:cBhvr additive="base">
                                        <p:cTn id="38" dur="500" fill="hold"/>
                                        <p:tgtEl>
                                          <p:spTgt spid="465"/>
                                        </p:tgtEl>
                                        <p:attrNameLst>
                                          <p:attrName>ppt_x</p:attrName>
                                        </p:attrNameLst>
                                      </p:cBhvr>
                                      <p:tavLst>
                                        <p:tav tm="0">
                                          <p:val>
                                            <p:strVal val="#ppt_x"/>
                                          </p:val>
                                        </p:tav>
                                        <p:tav tm="100000">
                                          <p:val>
                                            <p:strVal val="#ppt_x"/>
                                          </p:val>
                                        </p:tav>
                                      </p:tavLst>
                                    </p:anim>
                                    <p:anim calcmode="lin" valueType="num">
                                      <p:cBhvr additive="base">
                                        <p:cTn id="39" dur="500" fill="hold"/>
                                        <p:tgtEl>
                                          <p:spTgt spid="465"/>
                                        </p:tgtEl>
                                        <p:attrNameLst>
                                          <p:attrName>ppt_y</p:attrName>
                                        </p:attrNameLst>
                                      </p:cBhvr>
                                      <p:tavLst>
                                        <p:tav tm="0">
                                          <p:val>
                                            <p:strVal val="1+#ppt_h/2"/>
                                          </p:val>
                                        </p:tav>
                                        <p:tav tm="100000">
                                          <p:val>
                                            <p:strVal val="#ppt_y"/>
                                          </p:val>
                                        </p:tav>
                                      </p:tavLst>
                                    </p:anim>
                                  </p:childTnLst>
                                </p:cTn>
                              </p:par>
                              <p:par>
                                <p:cTn id="40" presetID="10" presetClass="entr" presetSubtype="0" fill="hold" nodeType="withEffect">
                                  <p:stCondLst>
                                    <p:cond delay="0"/>
                                  </p:stCondLst>
                                  <p:childTnLst>
                                    <p:set>
                                      <p:cBhvr>
                                        <p:cTn id="41" dur="1" fill="hold">
                                          <p:stCondLst>
                                            <p:cond delay="0"/>
                                          </p:stCondLst>
                                        </p:cTn>
                                        <p:tgtEl>
                                          <p:spTgt spid="468"/>
                                        </p:tgtEl>
                                        <p:attrNameLst>
                                          <p:attrName>style.visibility</p:attrName>
                                        </p:attrNameLst>
                                      </p:cBhvr>
                                      <p:to>
                                        <p:strVal val="visible"/>
                                      </p:to>
                                    </p:set>
                                    <p:animEffect transition="in" filter="fade">
                                      <p:cBhvr>
                                        <p:cTn id="42" dur="500"/>
                                        <p:tgtEl>
                                          <p:spTgt spid="468"/>
                                        </p:tgtEl>
                                      </p:cBhvr>
                                    </p:animEffect>
                                  </p:childTnLst>
                                </p:cTn>
                              </p:par>
                              <p:par>
                                <p:cTn id="43" presetID="10" presetClass="entr" presetSubtype="0" fill="hold" nodeType="withEffect">
                                  <p:stCondLst>
                                    <p:cond delay="0"/>
                                  </p:stCondLst>
                                  <p:childTnLst>
                                    <p:set>
                                      <p:cBhvr>
                                        <p:cTn id="44" dur="1" fill="hold">
                                          <p:stCondLst>
                                            <p:cond delay="0"/>
                                          </p:stCondLst>
                                        </p:cTn>
                                        <p:tgtEl>
                                          <p:spTgt spid="472"/>
                                        </p:tgtEl>
                                        <p:attrNameLst>
                                          <p:attrName>style.visibility</p:attrName>
                                        </p:attrNameLst>
                                      </p:cBhvr>
                                      <p:to>
                                        <p:strVal val="visible"/>
                                      </p:to>
                                    </p:set>
                                    <p:animEffect transition="in" filter="fade">
                                      <p:cBhvr>
                                        <p:cTn id="45" dur="500"/>
                                        <p:tgtEl>
                                          <p:spTgt spid="47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74"/>
                                        </p:tgtEl>
                                        <p:attrNameLst>
                                          <p:attrName>style.visibility</p:attrName>
                                        </p:attrNameLst>
                                      </p:cBhvr>
                                      <p:to>
                                        <p:strVal val="visible"/>
                                      </p:to>
                                    </p:set>
                                    <p:animEffect transition="in" filter="fade">
                                      <p:cBhvr>
                                        <p:cTn id="48" dur="500"/>
                                        <p:tgtEl>
                                          <p:spTgt spid="47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63"/>
                                        </p:tgtEl>
                                        <p:attrNameLst>
                                          <p:attrName>style.visibility</p:attrName>
                                        </p:attrNameLst>
                                      </p:cBhvr>
                                      <p:to>
                                        <p:strVal val="visible"/>
                                      </p:to>
                                    </p:set>
                                    <p:animEffect transition="in" filter="fade">
                                      <p:cBhvr>
                                        <p:cTn id="53" dur="500"/>
                                        <p:tgtEl>
                                          <p:spTgt spid="463"/>
                                        </p:tgtEl>
                                      </p:cBhvr>
                                    </p:animEffect>
                                  </p:childTnLst>
                                </p:cTn>
                              </p:par>
                              <p:par>
                                <p:cTn id="54" presetID="10" presetClass="entr" presetSubtype="0" fill="hold" nodeType="withEffect">
                                  <p:stCondLst>
                                    <p:cond delay="0"/>
                                  </p:stCondLst>
                                  <p:childTnLst>
                                    <p:set>
                                      <p:cBhvr>
                                        <p:cTn id="55" dur="1" fill="hold">
                                          <p:stCondLst>
                                            <p:cond delay="0"/>
                                          </p:stCondLst>
                                        </p:cTn>
                                        <p:tgtEl>
                                          <p:spTgt spid="464"/>
                                        </p:tgtEl>
                                        <p:attrNameLst>
                                          <p:attrName>style.visibility</p:attrName>
                                        </p:attrNameLst>
                                      </p:cBhvr>
                                      <p:to>
                                        <p:strVal val="visible"/>
                                      </p:to>
                                    </p:set>
                                    <p:animEffect transition="in" filter="fade">
                                      <p:cBhvr>
                                        <p:cTn id="56" dur="500"/>
                                        <p:tgtEl>
                                          <p:spTgt spid="46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76"/>
                                        </p:tgtEl>
                                        <p:attrNameLst>
                                          <p:attrName>style.visibility</p:attrName>
                                        </p:attrNameLst>
                                      </p:cBhvr>
                                      <p:to>
                                        <p:strVal val="visible"/>
                                      </p:to>
                                    </p:set>
                                    <p:animEffect transition="in" filter="fade">
                                      <p:cBhvr>
                                        <p:cTn id="59" dur="500"/>
                                        <p:tgtEl>
                                          <p:spTgt spid="4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 grpId="0"/>
      <p:bldP spid="567" grpId="0"/>
      <p:bldP spid="59" grpId="0" animBg="1"/>
      <p:bldP spid="461" grpId="0" animBg="1"/>
      <p:bldP spid="462" grpId="0" animBg="1"/>
      <p:bldP spid="463" grpId="0" animBg="1"/>
      <p:bldP spid="473" grpId="0" animBg="1"/>
      <p:bldP spid="474" grpId="0" animBg="1"/>
      <p:bldP spid="475" grpId="0" animBg="1"/>
      <p:bldP spid="47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32"/>
          <p:cNvSpPr txBox="1">
            <a:spLocks noGrp="1"/>
          </p:cNvSpPr>
          <p:nvPr>
            <p:ph type="title"/>
          </p:nvPr>
        </p:nvSpPr>
        <p:spPr>
          <a:xfrm>
            <a:off x="713225" y="418899"/>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Introduction</a:t>
            </a:r>
            <a:endParaRPr dirty="0"/>
          </a:p>
        </p:txBody>
      </p:sp>
      <p:grpSp>
        <p:nvGrpSpPr>
          <p:cNvPr id="482" name="Google Shape;482;p32"/>
          <p:cNvGrpSpPr/>
          <p:nvPr/>
        </p:nvGrpSpPr>
        <p:grpSpPr>
          <a:xfrm>
            <a:off x="101721" y="4505825"/>
            <a:ext cx="8940558" cy="84600"/>
            <a:chOff x="155346" y="4358775"/>
            <a:chExt cx="8934304" cy="84600"/>
          </a:xfrm>
        </p:grpSpPr>
        <p:cxnSp>
          <p:nvCxnSpPr>
            <p:cNvPr id="483" name="Google Shape;483;p32"/>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484" name="Google Shape;484;p32"/>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85" name="Google Shape;485;p32">
            <a:hlinkClick r:id="rId3" action="ppaction://hlinksldjump"/>
          </p:cNvPr>
          <p:cNvPicPr preferRelativeResize="0"/>
          <p:nvPr/>
        </p:nvPicPr>
        <p:blipFill>
          <a:blip r:embed="rId4">
            <a:alphaModFix/>
          </a:blip>
          <a:stretch>
            <a:fillRect/>
          </a:stretch>
        </p:blipFill>
        <p:spPr>
          <a:xfrm>
            <a:off x="713225" y="575406"/>
            <a:ext cx="360887" cy="260251"/>
          </a:xfrm>
          <a:prstGeom prst="rect">
            <a:avLst/>
          </a:prstGeom>
          <a:noFill/>
          <a:ln>
            <a:noFill/>
          </a:ln>
        </p:spPr>
      </p:pic>
      <p:sp>
        <p:nvSpPr>
          <p:cNvPr id="486" name="Google Shape;486;p32">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2">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2"/>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489" name="Google Shape;489;p32">
            <a:hlinkClick r:id="rId5"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490" name="Google Shape;490;p32">
            <a:hlinkClick r:id="rId6"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Wed</a:t>
            </a:r>
            <a:endParaRPr sz="1800" b="1">
              <a:solidFill>
                <a:schemeClr val="accent1"/>
              </a:solidFill>
              <a:latin typeface="Poppins"/>
              <a:ea typeface="Poppins"/>
              <a:cs typeface="Poppins"/>
              <a:sym typeface="Poppins"/>
            </a:endParaRPr>
          </a:p>
        </p:txBody>
      </p:sp>
      <p:sp>
        <p:nvSpPr>
          <p:cNvPr id="491" name="Google Shape;491;p32">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492" name="Google Shape;492;p32">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493" name="Google Shape;493;p32">
            <a:hlinkClick r:id="rId3" action="ppaction://hlinksldjump"/>
          </p:cNvPr>
          <p:cNvSpPr txBox="1"/>
          <p:nvPr/>
        </p:nvSpPr>
        <p:spPr>
          <a:xfrm>
            <a:off x="62101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494" name="Google Shape;494;p32">
            <a:hlinkClick r:id="rId3" action="ppaction://hlinksldjump"/>
          </p:cNvPr>
          <p:cNvPicPr preferRelativeResize="0"/>
          <p:nvPr/>
        </p:nvPicPr>
        <p:blipFill rotWithShape="1">
          <a:blip r:embed="rId7">
            <a:alphaModFix/>
          </a:blip>
          <a:srcRect/>
          <a:stretch/>
        </p:blipFill>
        <p:spPr>
          <a:xfrm>
            <a:off x="881657" y="4626989"/>
            <a:ext cx="274320" cy="274320"/>
          </a:xfrm>
          <a:prstGeom prst="rect">
            <a:avLst/>
          </a:prstGeom>
          <a:noFill/>
          <a:ln>
            <a:noFill/>
          </a:ln>
        </p:spPr>
      </p:pic>
      <p:sp>
        <p:nvSpPr>
          <p:cNvPr id="495" name="Google Shape;495;p32">
            <a:hlinkClick r:id="rId8" action="ppaction://hlinksldjump"/>
          </p:cNvPr>
          <p:cNvSpPr txBox="1"/>
          <p:nvPr/>
        </p:nvSpPr>
        <p:spPr>
          <a:xfrm>
            <a:off x="140947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Mon</a:t>
            </a:r>
            <a:endParaRPr sz="1800" b="1">
              <a:solidFill>
                <a:schemeClr val="accent1"/>
              </a:solidFill>
              <a:latin typeface="Poppins"/>
              <a:ea typeface="Poppins"/>
              <a:cs typeface="Poppins"/>
              <a:sym typeface="Poppins"/>
            </a:endParaRPr>
          </a:p>
        </p:txBody>
      </p:sp>
      <p:sp>
        <p:nvSpPr>
          <p:cNvPr id="496" name="Google Shape;496;p32">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497" name="Google Shape;497;p32">
            <a:hlinkClick r:id="" action="ppaction://noaction"/>
          </p:cNvPr>
          <p:cNvPicPr preferRelativeResize="0"/>
          <p:nvPr/>
        </p:nvPicPr>
        <p:blipFill>
          <a:blip r:embed="rId9">
            <a:alphaModFix/>
          </a:blip>
          <a:stretch>
            <a:fillRect/>
          </a:stretch>
        </p:blipFill>
        <p:spPr>
          <a:xfrm>
            <a:off x="5572688" y="4588783"/>
            <a:ext cx="360876" cy="341206"/>
          </a:xfrm>
          <a:prstGeom prst="rect">
            <a:avLst/>
          </a:prstGeom>
          <a:noFill/>
          <a:ln>
            <a:noFill/>
          </a:ln>
        </p:spPr>
      </p:pic>
      <p:sp>
        <p:nvSpPr>
          <p:cNvPr id="498" name="Google Shape;498;p32">
            <a:hlinkClick r:id="rId6"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499" name="Google Shape;499;p32">
            <a:hlinkClick r:id="rId6" action="ppaction://hlinksldjump"/>
          </p:cNvPr>
          <p:cNvPicPr preferRelativeResize="0"/>
          <p:nvPr/>
        </p:nvPicPr>
        <p:blipFill rotWithShape="1">
          <a:blip r:embed="rId10">
            <a:alphaModFix/>
          </a:blip>
          <a:srcRect t="2723" b="2723"/>
          <a:stretch/>
        </p:blipFill>
        <p:spPr>
          <a:xfrm>
            <a:off x="7225973" y="4656705"/>
            <a:ext cx="217200" cy="205362"/>
          </a:xfrm>
          <a:prstGeom prst="rect">
            <a:avLst/>
          </a:prstGeom>
          <a:noFill/>
          <a:ln>
            <a:noFill/>
          </a:ln>
        </p:spPr>
      </p:pic>
      <p:sp>
        <p:nvSpPr>
          <p:cNvPr id="500" name="Google Shape;500;p32">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01" name="Google Shape;501;p32">
            <a:hlinkClick r:id="" action="ppaction://noaction"/>
          </p:cNvPr>
          <p:cNvPicPr preferRelativeResize="0"/>
          <p:nvPr/>
        </p:nvPicPr>
        <p:blipFill rotWithShape="1">
          <a:blip r:embed="rId11">
            <a:alphaModFix/>
          </a:blip>
          <a:srcRect t="2723" b="2723"/>
          <a:stretch/>
        </p:blipFill>
        <p:spPr>
          <a:xfrm>
            <a:off x="8016583" y="4656705"/>
            <a:ext cx="217200" cy="205362"/>
          </a:xfrm>
          <a:prstGeom prst="rect">
            <a:avLst/>
          </a:prstGeom>
          <a:noFill/>
          <a:ln>
            <a:noFill/>
          </a:ln>
        </p:spPr>
      </p:pic>
      <p:sp>
        <p:nvSpPr>
          <p:cNvPr id="502" name="Google Shape;502;p32">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03" name="Google Shape;503;p32">
            <a:hlinkClick r:id="" action="ppaction://noaction"/>
          </p:cNvPr>
          <p:cNvPicPr preferRelativeResize="0"/>
          <p:nvPr/>
        </p:nvPicPr>
        <p:blipFill rotWithShape="1">
          <a:blip r:embed="rId12">
            <a:alphaModFix/>
          </a:blip>
          <a:srcRect t="2723" b="2723"/>
          <a:stretch/>
        </p:blipFill>
        <p:spPr>
          <a:xfrm>
            <a:off x="6435363" y="4656705"/>
            <a:ext cx="217200" cy="205362"/>
          </a:xfrm>
          <a:prstGeom prst="rect">
            <a:avLst/>
          </a:prstGeom>
          <a:noFill/>
          <a:ln>
            <a:noFill/>
          </a:ln>
        </p:spPr>
      </p:pic>
      <p:sp>
        <p:nvSpPr>
          <p:cNvPr id="27" name="Rectangle 26">
            <a:extLst>
              <a:ext uri="{FF2B5EF4-FFF2-40B4-BE49-F238E27FC236}">
                <a16:creationId xmlns:a16="http://schemas.microsoft.com/office/drawing/2014/main" id="{927097B0-C7BD-4E4B-8DF5-5F50392038CB}"/>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8" name="Group 27">
            <a:extLst>
              <a:ext uri="{FF2B5EF4-FFF2-40B4-BE49-F238E27FC236}">
                <a16:creationId xmlns:a16="http://schemas.microsoft.com/office/drawing/2014/main" id="{9CCA5A08-C972-4C0E-AB8A-E744E82BC702}"/>
              </a:ext>
            </a:extLst>
          </p:cNvPr>
          <p:cNvGrpSpPr/>
          <p:nvPr/>
        </p:nvGrpSpPr>
        <p:grpSpPr>
          <a:xfrm>
            <a:off x="4220731" y="4588783"/>
            <a:ext cx="789238" cy="411222"/>
            <a:chOff x="5650400" y="6231232"/>
            <a:chExt cx="789238" cy="484094"/>
          </a:xfrm>
        </p:grpSpPr>
        <p:sp>
          <p:nvSpPr>
            <p:cNvPr id="30" name="Oval 29">
              <a:extLst>
                <a:ext uri="{FF2B5EF4-FFF2-40B4-BE49-F238E27FC236}">
                  <a16:creationId xmlns:a16="http://schemas.microsoft.com/office/drawing/2014/main" id="{319C132F-8641-4DAA-BFED-367471746144}"/>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 name="Slide Number Placeholder 2">
              <a:extLst>
                <a:ext uri="{FF2B5EF4-FFF2-40B4-BE49-F238E27FC236}">
                  <a16:creationId xmlns:a16="http://schemas.microsoft.com/office/drawing/2014/main" id="{0D4DC06E-88F7-4122-9037-B7AB6242C00F}"/>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2</a:t>
              </a:r>
              <a:endParaRPr lang="fr-FR" sz="2000" b="1" dirty="0">
                <a:cs typeface="Arial" panose="020B0604020202020204" pitchFamily="34" charset="0"/>
              </a:endParaRPr>
            </a:p>
          </p:txBody>
        </p:sp>
      </p:grpSp>
      <p:sp>
        <p:nvSpPr>
          <p:cNvPr id="3" name="ZoneTexte 2">
            <a:extLst>
              <a:ext uri="{FF2B5EF4-FFF2-40B4-BE49-F238E27FC236}">
                <a16:creationId xmlns:a16="http://schemas.microsoft.com/office/drawing/2014/main" id="{0B782C64-FB14-B4A5-3855-5A576138E138}"/>
              </a:ext>
            </a:extLst>
          </p:cNvPr>
          <p:cNvSpPr txBox="1"/>
          <p:nvPr/>
        </p:nvSpPr>
        <p:spPr>
          <a:xfrm>
            <a:off x="1583673" y="998438"/>
            <a:ext cx="2440221" cy="461665"/>
          </a:xfrm>
          <a:prstGeom prst="rect">
            <a:avLst/>
          </a:prstGeom>
          <a:noFill/>
        </p:spPr>
        <p:txBody>
          <a:bodyPr wrap="square">
            <a:spAutoFit/>
          </a:bodyPr>
          <a:lstStyle/>
          <a:p>
            <a:r>
              <a:rPr lang="en-US" sz="2400" b="1" dirty="0" err="1">
                <a:solidFill>
                  <a:schemeClr val="tx1"/>
                </a:solidFill>
                <a:latin typeface="Poppins" panose="00000500000000000000" pitchFamily="2" charset="0"/>
                <a:cs typeface="Poppins" panose="00000500000000000000" pitchFamily="2" charset="0"/>
              </a:rPr>
              <a:t>Contexte</a:t>
            </a:r>
            <a:endParaRPr lang="fr-FR" sz="2400" b="1" dirty="0">
              <a:solidFill>
                <a:schemeClr val="tx1"/>
              </a:solidFill>
              <a:latin typeface="Poppins" panose="00000500000000000000" pitchFamily="2" charset="0"/>
              <a:cs typeface="Poppins" panose="00000500000000000000" pitchFamily="2" charset="0"/>
            </a:endParaRPr>
          </a:p>
        </p:txBody>
      </p:sp>
      <p:sp>
        <p:nvSpPr>
          <p:cNvPr id="2" name="ZoneTexte 1">
            <a:extLst>
              <a:ext uri="{FF2B5EF4-FFF2-40B4-BE49-F238E27FC236}">
                <a16:creationId xmlns:a16="http://schemas.microsoft.com/office/drawing/2014/main" id="{BAC36687-D09D-DC47-A759-17849B8DCA27}"/>
              </a:ext>
            </a:extLst>
          </p:cNvPr>
          <p:cNvSpPr txBox="1"/>
          <p:nvPr/>
        </p:nvSpPr>
        <p:spPr>
          <a:xfrm>
            <a:off x="270750" y="1475197"/>
            <a:ext cx="4354418" cy="954107"/>
          </a:xfrm>
          <a:prstGeom prst="rect">
            <a:avLst/>
          </a:prstGeom>
          <a:noFill/>
        </p:spPr>
        <p:txBody>
          <a:bodyPr wrap="square" rtlCol="0">
            <a:spAutoFit/>
          </a:bodyPr>
          <a:lstStyle/>
          <a:p>
            <a:pPr algn="just"/>
            <a:r>
              <a:rPr lang="fr-FR" dirty="0"/>
              <a:t>Le recrutement manuel prend beaucoup de temps. Les recruteurs reçoivent des centaines de CV et c'est difficile de choisir les meilleurs candidats. Il y a souvent des erreurs humaines.</a:t>
            </a:r>
            <a:endParaRPr lang="fr-FR" dirty="0">
              <a:latin typeface="Poppins" panose="00000500000000000000" pitchFamily="2" charset="0"/>
              <a:cs typeface="Poppins" panose="00000500000000000000" pitchFamily="2" charset="0"/>
            </a:endParaRPr>
          </a:p>
        </p:txBody>
      </p:sp>
      <p:pic>
        <p:nvPicPr>
          <p:cNvPr id="5" name="Image 4">
            <a:extLst>
              <a:ext uri="{FF2B5EF4-FFF2-40B4-BE49-F238E27FC236}">
                <a16:creationId xmlns:a16="http://schemas.microsoft.com/office/drawing/2014/main" id="{4FABF24D-D7DB-462D-A277-1CA9959BBFF4}"/>
              </a:ext>
            </a:extLst>
          </p:cNvPr>
          <p:cNvPicPr>
            <a:picLocks noChangeAspect="1"/>
          </p:cNvPicPr>
          <p:nvPr/>
        </p:nvPicPr>
        <p:blipFill>
          <a:blip r:embed="rId13"/>
          <a:stretch>
            <a:fillRect/>
          </a:stretch>
        </p:blipFill>
        <p:spPr>
          <a:xfrm>
            <a:off x="5009969" y="1271502"/>
            <a:ext cx="3762521" cy="29713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0"/>
                                        </p:tgtEl>
                                        <p:attrNameLst>
                                          <p:attrName>style.visibility</p:attrName>
                                        </p:attrNameLst>
                                      </p:cBhvr>
                                      <p:to>
                                        <p:strVal val="visible"/>
                                      </p:to>
                                    </p:set>
                                    <p:anim calcmode="lin" valueType="num">
                                      <p:cBhvr additive="base">
                                        <p:cTn id="7" dur="500" fill="hold"/>
                                        <p:tgtEl>
                                          <p:spTgt spid="480"/>
                                        </p:tgtEl>
                                        <p:attrNameLst>
                                          <p:attrName>ppt_x</p:attrName>
                                        </p:attrNameLst>
                                      </p:cBhvr>
                                      <p:tavLst>
                                        <p:tav tm="0">
                                          <p:val>
                                            <p:strVal val="#ppt_x"/>
                                          </p:val>
                                        </p:tav>
                                        <p:tav tm="100000">
                                          <p:val>
                                            <p:strVal val="#ppt_x"/>
                                          </p:val>
                                        </p:tav>
                                      </p:tavLst>
                                    </p:anim>
                                    <p:anim calcmode="lin" valueType="num">
                                      <p:cBhvr additive="base">
                                        <p:cTn id="8" dur="500" fill="hold"/>
                                        <p:tgtEl>
                                          <p:spTgt spid="4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 grpId="0"/>
      <p:bldP spid="3"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grpSp>
        <p:nvGrpSpPr>
          <p:cNvPr id="577" name="Google Shape;577;p34"/>
          <p:cNvGrpSpPr/>
          <p:nvPr/>
        </p:nvGrpSpPr>
        <p:grpSpPr>
          <a:xfrm>
            <a:off x="101721" y="4505825"/>
            <a:ext cx="8940558" cy="84600"/>
            <a:chOff x="155346" y="4358775"/>
            <a:chExt cx="8934304" cy="84600"/>
          </a:xfrm>
        </p:grpSpPr>
        <p:cxnSp>
          <p:nvCxnSpPr>
            <p:cNvPr id="578" name="Google Shape;578;p34"/>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579" name="Google Shape;579;p34"/>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 name="Google Shape;580;p34"/>
          <p:cNvGrpSpPr/>
          <p:nvPr/>
        </p:nvGrpSpPr>
        <p:grpSpPr>
          <a:xfrm rot="10800000" flipH="1">
            <a:off x="3875075" y="1113199"/>
            <a:ext cx="2146913" cy="2771751"/>
            <a:chOff x="3875075" y="710349"/>
            <a:chExt cx="2146913" cy="2771751"/>
          </a:xfrm>
        </p:grpSpPr>
        <p:sp>
          <p:nvSpPr>
            <p:cNvPr id="581" name="Google Shape;581;p34"/>
            <p:cNvSpPr/>
            <p:nvPr/>
          </p:nvSpPr>
          <p:spPr>
            <a:xfrm>
              <a:off x="4408975" y="7103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4"/>
            <p:cNvSpPr/>
            <p:nvPr/>
          </p:nvSpPr>
          <p:spPr>
            <a:xfrm>
              <a:off x="3875075" y="2961300"/>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4"/>
            <p:cNvSpPr/>
            <p:nvPr/>
          </p:nvSpPr>
          <p:spPr>
            <a:xfrm>
              <a:off x="5501788" y="1677663"/>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2" name="Google Shape;592;p34"/>
          <p:cNvSpPr txBox="1">
            <a:spLocks noGrp="1"/>
          </p:cNvSpPr>
          <p:nvPr>
            <p:ph type="subTitle" idx="1"/>
          </p:nvPr>
        </p:nvSpPr>
        <p:spPr>
          <a:xfrm>
            <a:off x="507378" y="1433492"/>
            <a:ext cx="5426186" cy="2882493"/>
          </a:xfrm>
          <a:prstGeom prst="rect">
            <a:avLst/>
          </a:prstGeom>
        </p:spPr>
        <p:txBody>
          <a:bodyPr spcFirstLastPara="1" wrap="square" lIns="0" tIns="91425" rIns="0" bIns="91425" anchor="ctr" anchorCtr="0">
            <a:noAutofit/>
          </a:bodyPr>
          <a:lstStyle/>
          <a:p>
            <a:pPr marL="285750" lvl="0" indent="-285750" algn="just">
              <a:buFont typeface="Arial" panose="020B0604020202020204" pitchFamily="34" charset="0"/>
              <a:buChar char="•"/>
            </a:pPr>
            <a:r>
              <a:rPr lang="fr-FR" sz="1800" b="1" dirty="0">
                <a:latin typeface="Poppins" panose="00000500000000000000" pitchFamily="2" charset="0"/>
                <a:cs typeface="Poppins" panose="00000500000000000000" pitchFamily="2" charset="0"/>
              </a:rPr>
              <a:t>Analyser automatiquement </a:t>
            </a:r>
            <a:r>
              <a:rPr lang="fr-FR" sz="1800" dirty="0">
                <a:latin typeface="Poppins" panose="00000500000000000000" pitchFamily="2" charset="0"/>
                <a:cs typeface="Poppins" panose="00000500000000000000" pitchFamily="2" charset="0"/>
              </a:rPr>
              <a:t>les CV des candidats</a:t>
            </a:r>
            <a:endParaRPr lang="fr-FR" sz="1800" b="1" dirty="0">
              <a:latin typeface="Poppins" panose="00000500000000000000" pitchFamily="2" charset="0"/>
              <a:cs typeface="Poppins" panose="00000500000000000000" pitchFamily="2" charset="0"/>
            </a:endParaRPr>
          </a:p>
          <a:p>
            <a:pPr marL="285750" lvl="0" indent="-285750" algn="just">
              <a:buFont typeface="Arial" panose="020B0604020202020204" pitchFamily="34" charset="0"/>
              <a:buChar char="•"/>
            </a:pPr>
            <a:r>
              <a:rPr lang="fr-FR" sz="1800" b="1" dirty="0">
                <a:latin typeface="Poppins" panose="00000500000000000000" pitchFamily="2" charset="0"/>
                <a:cs typeface="Poppins" panose="00000500000000000000" pitchFamily="2" charset="0"/>
              </a:rPr>
              <a:t>Calculer un score </a:t>
            </a:r>
            <a:r>
              <a:rPr lang="fr-FR" sz="1800" dirty="0">
                <a:latin typeface="Poppins" panose="00000500000000000000" pitchFamily="2" charset="0"/>
                <a:cs typeface="Poppins" panose="00000500000000000000" pitchFamily="2" charset="0"/>
              </a:rPr>
              <a:t>de pertinence pour chaque profil</a:t>
            </a:r>
          </a:p>
          <a:p>
            <a:pPr marL="285750" lvl="0" indent="-285750" algn="just">
              <a:buFont typeface="Arial" panose="020B0604020202020204" pitchFamily="34" charset="0"/>
              <a:buChar char="•"/>
            </a:pPr>
            <a:r>
              <a:rPr lang="fr-FR" sz="1800" b="1" dirty="0">
                <a:latin typeface="Poppins" panose="00000500000000000000" pitchFamily="2" charset="0"/>
                <a:cs typeface="Poppins" panose="00000500000000000000" pitchFamily="2" charset="0"/>
              </a:rPr>
              <a:t>Centraliser les données </a:t>
            </a:r>
            <a:r>
              <a:rPr lang="fr-FR" sz="1800" dirty="0">
                <a:latin typeface="Poppins" panose="00000500000000000000" pitchFamily="2" charset="0"/>
                <a:cs typeface="Poppins" panose="00000500000000000000" pitchFamily="2" charset="0"/>
              </a:rPr>
              <a:t>sur une plateforme Web et Mobile</a:t>
            </a:r>
            <a:endParaRPr lang="fr-FR" sz="1800" b="1" dirty="0">
              <a:latin typeface="Poppins" panose="00000500000000000000" pitchFamily="2" charset="0"/>
              <a:cs typeface="Poppins" panose="00000500000000000000" pitchFamily="2" charset="0"/>
            </a:endParaRPr>
          </a:p>
        </p:txBody>
      </p:sp>
      <p:sp>
        <p:nvSpPr>
          <p:cNvPr id="593" name="Google Shape;593;p34"/>
          <p:cNvSpPr txBox="1">
            <a:spLocks noGrp="1"/>
          </p:cNvSpPr>
          <p:nvPr>
            <p:ph type="title"/>
          </p:nvPr>
        </p:nvSpPr>
        <p:spPr>
          <a:xfrm>
            <a:off x="270751" y="412700"/>
            <a:ext cx="8627324" cy="615900"/>
          </a:xfrm>
          <a:prstGeom prst="rect">
            <a:avLst/>
          </a:prstGeom>
        </p:spPr>
        <p:txBody>
          <a:bodyPr spcFirstLastPara="1" wrap="square" lIns="0" tIns="91425" rIns="0" bIns="91425" anchor="ctr" anchorCtr="0">
            <a:noAutofit/>
          </a:bodyPr>
          <a:lstStyle/>
          <a:p>
            <a:pPr marL="0" lvl="0" indent="0" algn="ctr" rtl="0">
              <a:spcBef>
                <a:spcPts val="0"/>
              </a:spcBef>
              <a:spcAft>
                <a:spcPts val="0"/>
              </a:spcAft>
              <a:buNone/>
            </a:pPr>
            <a:r>
              <a:rPr lang="en" dirty="0"/>
              <a:t>L</a:t>
            </a:r>
            <a:r>
              <a:rPr lang="af-ZA" dirty="0"/>
              <a:t>’objectif</a:t>
            </a:r>
            <a:endParaRPr dirty="0"/>
          </a:p>
        </p:txBody>
      </p:sp>
      <p:sp>
        <p:nvSpPr>
          <p:cNvPr id="767" name="Google Shape;767;p34"/>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768" name="Google Shape;768;p34">
            <a:hlinkClick r:id="rId3"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769" name="Google Shape;769;p34">
            <a:hlinkClick r:id="rId4"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Wed</a:t>
            </a:r>
            <a:endParaRPr sz="1800" b="1">
              <a:solidFill>
                <a:schemeClr val="accent1"/>
              </a:solidFill>
              <a:latin typeface="Poppins"/>
              <a:ea typeface="Poppins"/>
              <a:cs typeface="Poppins"/>
              <a:sym typeface="Poppins"/>
            </a:endParaRPr>
          </a:p>
        </p:txBody>
      </p:sp>
      <p:sp>
        <p:nvSpPr>
          <p:cNvPr id="770" name="Google Shape;770;p34">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771" name="Google Shape;771;p34">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772" name="Google Shape;772;p34">
            <a:hlinkClick r:id="rId5" action="ppaction://hlinksldjump"/>
          </p:cNvPr>
          <p:cNvSpPr txBox="1"/>
          <p:nvPr/>
        </p:nvSpPr>
        <p:spPr>
          <a:xfrm>
            <a:off x="62101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773" name="Google Shape;773;p34">
            <a:hlinkClick r:id="rId5" action="ppaction://hlinksldjump"/>
          </p:cNvPr>
          <p:cNvPicPr preferRelativeResize="0"/>
          <p:nvPr/>
        </p:nvPicPr>
        <p:blipFill rotWithShape="1">
          <a:blip r:embed="rId6">
            <a:alphaModFix/>
          </a:blip>
          <a:srcRect/>
          <a:stretch/>
        </p:blipFill>
        <p:spPr>
          <a:xfrm>
            <a:off x="881657" y="4626989"/>
            <a:ext cx="274320" cy="274320"/>
          </a:xfrm>
          <a:prstGeom prst="rect">
            <a:avLst/>
          </a:prstGeom>
          <a:noFill/>
          <a:ln>
            <a:noFill/>
          </a:ln>
        </p:spPr>
      </p:pic>
      <p:sp>
        <p:nvSpPr>
          <p:cNvPr id="774" name="Google Shape;774;p34"/>
          <p:cNvSpPr txBox="1"/>
          <p:nvPr/>
        </p:nvSpPr>
        <p:spPr>
          <a:xfrm>
            <a:off x="1409473" y="4498986"/>
            <a:ext cx="7968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2"/>
                </a:solidFill>
                <a:latin typeface="Poppins"/>
                <a:ea typeface="Poppins"/>
                <a:cs typeface="Poppins"/>
                <a:sym typeface="Poppins"/>
              </a:rPr>
              <a:t>Mon</a:t>
            </a:r>
            <a:endParaRPr sz="1800" b="1">
              <a:solidFill>
                <a:schemeClr val="accent2"/>
              </a:solidFill>
              <a:latin typeface="Poppins"/>
              <a:ea typeface="Poppins"/>
              <a:cs typeface="Poppins"/>
              <a:sym typeface="Poppins"/>
            </a:endParaRPr>
          </a:p>
        </p:txBody>
      </p:sp>
      <p:sp>
        <p:nvSpPr>
          <p:cNvPr id="775" name="Google Shape;775;p34">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776" name="Google Shape;776;p34">
            <a:hlinkClick r:id="" action="ppaction://noaction"/>
          </p:cNvPr>
          <p:cNvPicPr preferRelativeResize="0"/>
          <p:nvPr/>
        </p:nvPicPr>
        <p:blipFill>
          <a:blip r:embed="rId7">
            <a:alphaModFix/>
          </a:blip>
          <a:stretch>
            <a:fillRect/>
          </a:stretch>
        </p:blipFill>
        <p:spPr>
          <a:xfrm>
            <a:off x="5572688" y="4588783"/>
            <a:ext cx="360876" cy="341206"/>
          </a:xfrm>
          <a:prstGeom prst="rect">
            <a:avLst/>
          </a:prstGeom>
          <a:noFill/>
          <a:ln>
            <a:noFill/>
          </a:ln>
        </p:spPr>
      </p:pic>
      <p:sp>
        <p:nvSpPr>
          <p:cNvPr id="777" name="Google Shape;777;p34">
            <a:hlinkClick r:id="rId4"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778" name="Google Shape;778;p34">
            <a:hlinkClick r:id="rId4" action="ppaction://hlinksldjump"/>
          </p:cNvPr>
          <p:cNvPicPr preferRelativeResize="0"/>
          <p:nvPr/>
        </p:nvPicPr>
        <p:blipFill rotWithShape="1">
          <a:blip r:embed="rId8">
            <a:alphaModFix/>
          </a:blip>
          <a:srcRect t="2723" b="2723"/>
          <a:stretch/>
        </p:blipFill>
        <p:spPr>
          <a:xfrm>
            <a:off x="7225973" y="4656705"/>
            <a:ext cx="217200" cy="205362"/>
          </a:xfrm>
          <a:prstGeom prst="rect">
            <a:avLst/>
          </a:prstGeom>
          <a:noFill/>
          <a:ln>
            <a:noFill/>
          </a:ln>
        </p:spPr>
      </p:pic>
      <p:sp>
        <p:nvSpPr>
          <p:cNvPr id="779" name="Google Shape;779;p34">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780" name="Google Shape;780;p34">
            <a:hlinkClick r:id="" action="ppaction://noaction"/>
          </p:cNvPr>
          <p:cNvPicPr preferRelativeResize="0"/>
          <p:nvPr/>
        </p:nvPicPr>
        <p:blipFill rotWithShape="1">
          <a:blip r:embed="rId9">
            <a:alphaModFix/>
          </a:blip>
          <a:srcRect t="2723" b="2723"/>
          <a:stretch/>
        </p:blipFill>
        <p:spPr>
          <a:xfrm>
            <a:off x="8016583" y="4656705"/>
            <a:ext cx="217200" cy="205362"/>
          </a:xfrm>
          <a:prstGeom prst="rect">
            <a:avLst/>
          </a:prstGeom>
          <a:noFill/>
          <a:ln>
            <a:noFill/>
          </a:ln>
        </p:spPr>
      </p:pic>
      <p:sp>
        <p:nvSpPr>
          <p:cNvPr id="781" name="Google Shape;781;p34">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782" name="Google Shape;782;p34">
            <a:hlinkClick r:id="" action="ppaction://noaction"/>
          </p:cNvPr>
          <p:cNvPicPr preferRelativeResize="0"/>
          <p:nvPr/>
        </p:nvPicPr>
        <p:blipFill rotWithShape="1">
          <a:blip r:embed="rId10">
            <a:alphaModFix/>
          </a:blip>
          <a:srcRect t="2723" b="2723"/>
          <a:stretch/>
        </p:blipFill>
        <p:spPr>
          <a:xfrm>
            <a:off x="6435363" y="4656705"/>
            <a:ext cx="217200" cy="205362"/>
          </a:xfrm>
          <a:prstGeom prst="rect">
            <a:avLst/>
          </a:prstGeom>
          <a:noFill/>
          <a:ln>
            <a:noFill/>
          </a:ln>
        </p:spPr>
      </p:pic>
      <p:sp>
        <p:nvSpPr>
          <p:cNvPr id="783" name="Google Shape;783;p34"/>
          <p:cNvSpPr/>
          <p:nvPr/>
        </p:nvSpPr>
        <p:spPr>
          <a:xfrm>
            <a:off x="1409986"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84" name="Google Shape;784;p34">
            <a:hlinkClick r:id="rId11" action="ppaction://hlinksldjump"/>
          </p:cNvPr>
          <p:cNvPicPr preferRelativeResize="0"/>
          <p:nvPr/>
        </p:nvPicPr>
        <p:blipFill>
          <a:blip r:embed="rId12">
            <a:alphaModFix/>
          </a:blip>
          <a:stretch>
            <a:fillRect/>
          </a:stretch>
        </p:blipFill>
        <p:spPr>
          <a:xfrm>
            <a:off x="713224" y="585350"/>
            <a:ext cx="360887" cy="260251"/>
          </a:xfrm>
          <a:prstGeom prst="rect">
            <a:avLst/>
          </a:prstGeom>
          <a:noFill/>
          <a:ln>
            <a:noFill/>
          </a:ln>
        </p:spPr>
      </p:pic>
      <p:sp>
        <p:nvSpPr>
          <p:cNvPr id="785" name="Google Shape;785;p34">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4">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Rectangle 211">
            <a:extLst>
              <a:ext uri="{FF2B5EF4-FFF2-40B4-BE49-F238E27FC236}">
                <a16:creationId xmlns:a16="http://schemas.microsoft.com/office/drawing/2014/main" id="{287E5E2C-49E3-4617-85D7-ADBF45E312E7}"/>
              </a:ext>
            </a:extLst>
          </p:cNvPr>
          <p:cNvSpPr/>
          <p:nvPr/>
        </p:nvSpPr>
        <p:spPr>
          <a:xfrm>
            <a:off x="270750" y="4600509"/>
            <a:ext cx="8627325" cy="399495"/>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213" name="Group 212">
            <a:extLst>
              <a:ext uri="{FF2B5EF4-FFF2-40B4-BE49-F238E27FC236}">
                <a16:creationId xmlns:a16="http://schemas.microsoft.com/office/drawing/2014/main" id="{56946382-B35A-4115-938E-7C9F0570427B}"/>
              </a:ext>
            </a:extLst>
          </p:cNvPr>
          <p:cNvGrpSpPr/>
          <p:nvPr/>
        </p:nvGrpSpPr>
        <p:grpSpPr>
          <a:xfrm>
            <a:off x="4220731" y="4588783"/>
            <a:ext cx="789238" cy="411222"/>
            <a:chOff x="5650400" y="6231232"/>
            <a:chExt cx="789238" cy="484094"/>
          </a:xfrm>
        </p:grpSpPr>
        <p:sp>
          <p:nvSpPr>
            <p:cNvPr id="214" name="Oval 213">
              <a:extLst>
                <a:ext uri="{FF2B5EF4-FFF2-40B4-BE49-F238E27FC236}">
                  <a16:creationId xmlns:a16="http://schemas.microsoft.com/office/drawing/2014/main" id="{282214C4-A07B-43A6-9AA5-59707CBCC36A}"/>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5" name="Slide Number Placeholder 2">
              <a:extLst>
                <a:ext uri="{FF2B5EF4-FFF2-40B4-BE49-F238E27FC236}">
                  <a16:creationId xmlns:a16="http://schemas.microsoft.com/office/drawing/2014/main" id="{C91D17BB-2E37-4964-95BB-8BC7492C6C1D}"/>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3</a:t>
              </a:r>
              <a:endParaRPr lang="fr-FR" sz="2000" b="1" dirty="0">
                <a:cs typeface="Arial" panose="020B0604020202020204" pitchFamily="34" charset="0"/>
              </a:endParaRPr>
            </a:p>
          </p:txBody>
        </p:sp>
      </p:grpSp>
      <p:pic>
        <p:nvPicPr>
          <p:cNvPr id="2052" name="Picture 4" descr="‪Objetivo Stock Photos, Royalty Free Objetivo Images | DepositPhotos‬‏">
            <a:extLst>
              <a:ext uri="{FF2B5EF4-FFF2-40B4-BE49-F238E27FC236}">
                <a16:creationId xmlns:a16="http://schemas.microsoft.com/office/drawing/2014/main" id="{573D5165-23B2-DEB1-A27E-02DFB43D01E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21988" y="1543771"/>
            <a:ext cx="3020287" cy="27060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3"/>
                                        </p:tgtEl>
                                        <p:attrNameLst>
                                          <p:attrName>style.visibility</p:attrName>
                                        </p:attrNameLst>
                                      </p:cBhvr>
                                      <p:to>
                                        <p:strVal val="visible"/>
                                      </p:to>
                                    </p:set>
                                    <p:anim calcmode="lin" valueType="num">
                                      <p:cBhvr additive="base">
                                        <p:cTn id="7" dur="500" fill="hold"/>
                                        <p:tgtEl>
                                          <p:spTgt spid="593"/>
                                        </p:tgtEl>
                                        <p:attrNameLst>
                                          <p:attrName>ppt_x</p:attrName>
                                        </p:attrNameLst>
                                      </p:cBhvr>
                                      <p:tavLst>
                                        <p:tav tm="0">
                                          <p:val>
                                            <p:strVal val="#ppt_x"/>
                                          </p:val>
                                        </p:tav>
                                        <p:tav tm="100000">
                                          <p:val>
                                            <p:strVal val="#ppt_x"/>
                                          </p:val>
                                        </p:tav>
                                      </p:tavLst>
                                    </p:anim>
                                    <p:anim calcmode="lin" valueType="num">
                                      <p:cBhvr additive="base">
                                        <p:cTn id="8" dur="500" fill="hold"/>
                                        <p:tgtEl>
                                          <p:spTgt spid="59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2"/>
                                        </p:tgtEl>
                                        <p:attrNameLst>
                                          <p:attrName>style.visibility</p:attrName>
                                        </p:attrNameLst>
                                      </p:cBhvr>
                                      <p:to>
                                        <p:strVal val="visible"/>
                                      </p:to>
                                    </p:set>
                                    <p:anim calcmode="lin" valueType="num">
                                      <p:cBhvr additive="base">
                                        <p:cTn id="13" dur="500" fill="hold"/>
                                        <p:tgtEl>
                                          <p:spTgt spid="2052"/>
                                        </p:tgtEl>
                                        <p:attrNameLst>
                                          <p:attrName>ppt_x</p:attrName>
                                        </p:attrNameLst>
                                      </p:cBhvr>
                                      <p:tavLst>
                                        <p:tav tm="0">
                                          <p:val>
                                            <p:strVal val="#ppt_x"/>
                                          </p:val>
                                        </p:tav>
                                        <p:tav tm="100000">
                                          <p:val>
                                            <p:strVal val="#ppt_x"/>
                                          </p:val>
                                        </p:tav>
                                      </p:tavLst>
                                    </p:anim>
                                    <p:anim calcmode="lin" valueType="num">
                                      <p:cBhvr additive="base">
                                        <p:cTn id="14" dur="500" fill="hold"/>
                                        <p:tgtEl>
                                          <p:spTgt spid="205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92">
                                            <p:txEl>
                                              <p:pRg st="0" end="0"/>
                                            </p:txEl>
                                          </p:spTgt>
                                        </p:tgtEl>
                                        <p:attrNameLst>
                                          <p:attrName>style.visibility</p:attrName>
                                        </p:attrNameLst>
                                      </p:cBhvr>
                                      <p:to>
                                        <p:strVal val="visible"/>
                                      </p:to>
                                    </p:set>
                                    <p:anim calcmode="lin" valueType="num">
                                      <p:cBhvr additive="base">
                                        <p:cTn id="19" dur="500" fill="hold"/>
                                        <p:tgtEl>
                                          <p:spTgt spid="59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9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92">
                                            <p:txEl>
                                              <p:pRg st="1" end="1"/>
                                            </p:txEl>
                                          </p:spTgt>
                                        </p:tgtEl>
                                        <p:attrNameLst>
                                          <p:attrName>style.visibility</p:attrName>
                                        </p:attrNameLst>
                                      </p:cBhvr>
                                      <p:to>
                                        <p:strVal val="visible"/>
                                      </p:to>
                                    </p:set>
                                    <p:anim calcmode="lin" valueType="num">
                                      <p:cBhvr additive="base">
                                        <p:cTn id="25" dur="500" fill="hold"/>
                                        <p:tgtEl>
                                          <p:spTgt spid="592">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9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92">
                                            <p:txEl>
                                              <p:pRg st="2" end="2"/>
                                            </p:txEl>
                                          </p:spTgt>
                                        </p:tgtEl>
                                        <p:attrNameLst>
                                          <p:attrName>style.visibility</p:attrName>
                                        </p:attrNameLst>
                                      </p:cBhvr>
                                      <p:to>
                                        <p:strVal val="visible"/>
                                      </p:to>
                                    </p:set>
                                    <p:anim calcmode="lin" valueType="num">
                                      <p:cBhvr additive="base">
                                        <p:cTn id="31" dur="500" fill="hold"/>
                                        <p:tgtEl>
                                          <p:spTgt spid="592">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9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2" grpId="0" build="p"/>
      <p:bldP spid="59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3"/>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509" name="Google Shape;509;p33">
            <a:hlinkClick r:id="rId3"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510" name="Google Shape;510;p33">
            <a:hlinkClick r:id="rId4"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accent1"/>
                </a:solidFill>
                <a:latin typeface="Poppins"/>
                <a:ea typeface="Poppins"/>
                <a:cs typeface="Poppins"/>
                <a:sym typeface="Poppins"/>
              </a:rPr>
              <a:t>Wed</a:t>
            </a:r>
            <a:endParaRPr sz="1800" b="1" dirty="0">
              <a:solidFill>
                <a:schemeClr val="accent1"/>
              </a:solidFill>
              <a:latin typeface="Poppins"/>
              <a:ea typeface="Poppins"/>
              <a:cs typeface="Poppins"/>
              <a:sym typeface="Poppins"/>
            </a:endParaRPr>
          </a:p>
        </p:txBody>
      </p:sp>
      <p:sp>
        <p:nvSpPr>
          <p:cNvPr id="511" name="Google Shape;511;p33">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512" name="Google Shape;512;p33">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513" name="Google Shape;513;p33">
            <a:hlinkClick r:id="rId5" action="ppaction://hlinksldjump"/>
          </p:cNvPr>
          <p:cNvSpPr txBox="1"/>
          <p:nvPr/>
        </p:nvSpPr>
        <p:spPr>
          <a:xfrm>
            <a:off x="140947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Mon</a:t>
            </a:r>
            <a:endParaRPr sz="1800" b="1">
              <a:solidFill>
                <a:schemeClr val="accent1"/>
              </a:solidFill>
              <a:latin typeface="Poppins"/>
              <a:ea typeface="Poppins"/>
              <a:cs typeface="Poppins"/>
              <a:sym typeface="Poppins"/>
            </a:endParaRPr>
          </a:p>
        </p:txBody>
      </p:sp>
      <p:sp>
        <p:nvSpPr>
          <p:cNvPr id="514" name="Google Shape;514;p33">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5" name="Google Shape;515;p33">
            <a:hlinkClick r:id="" action="ppaction://noaction"/>
          </p:cNvPr>
          <p:cNvPicPr preferRelativeResize="0"/>
          <p:nvPr/>
        </p:nvPicPr>
        <p:blipFill>
          <a:blip r:embed="rId6">
            <a:alphaModFix/>
          </a:blip>
          <a:stretch>
            <a:fillRect/>
          </a:stretch>
        </p:blipFill>
        <p:spPr>
          <a:xfrm>
            <a:off x="5572688" y="4588783"/>
            <a:ext cx="360876" cy="341206"/>
          </a:xfrm>
          <a:prstGeom prst="rect">
            <a:avLst/>
          </a:prstGeom>
          <a:noFill/>
          <a:ln>
            <a:noFill/>
          </a:ln>
        </p:spPr>
      </p:pic>
      <p:sp>
        <p:nvSpPr>
          <p:cNvPr id="516" name="Google Shape;516;p33">
            <a:hlinkClick r:id="rId4"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7" name="Google Shape;517;p33">
            <a:hlinkClick r:id="rId4" action="ppaction://hlinksldjump"/>
          </p:cNvPr>
          <p:cNvPicPr preferRelativeResize="0"/>
          <p:nvPr/>
        </p:nvPicPr>
        <p:blipFill rotWithShape="1">
          <a:blip r:embed="rId7">
            <a:alphaModFix/>
          </a:blip>
          <a:srcRect t="2723" b="2723"/>
          <a:stretch/>
        </p:blipFill>
        <p:spPr>
          <a:xfrm>
            <a:off x="7225973" y="4656705"/>
            <a:ext cx="217200" cy="205362"/>
          </a:xfrm>
          <a:prstGeom prst="rect">
            <a:avLst/>
          </a:prstGeom>
          <a:noFill/>
          <a:ln>
            <a:noFill/>
          </a:ln>
        </p:spPr>
      </p:pic>
      <p:sp>
        <p:nvSpPr>
          <p:cNvPr id="518" name="Google Shape;518;p33">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9" name="Google Shape;519;p33">
            <a:hlinkClick r:id="" action="ppaction://noaction"/>
          </p:cNvPr>
          <p:cNvPicPr preferRelativeResize="0"/>
          <p:nvPr/>
        </p:nvPicPr>
        <p:blipFill rotWithShape="1">
          <a:blip r:embed="rId8">
            <a:alphaModFix/>
          </a:blip>
          <a:srcRect t="2723" b="2723"/>
          <a:stretch/>
        </p:blipFill>
        <p:spPr>
          <a:xfrm>
            <a:off x="8016583" y="4656705"/>
            <a:ext cx="217200" cy="205362"/>
          </a:xfrm>
          <a:prstGeom prst="rect">
            <a:avLst/>
          </a:prstGeom>
          <a:noFill/>
          <a:ln>
            <a:noFill/>
          </a:ln>
        </p:spPr>
      </p:pic>
      <p:sp>
        <p:nvSpPr>
          <p:cNvPr id="520" name="Google Shape;520;p33">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21" name="Google Shape;521;p33">
            <a:hlinkClick r:id="" action="ppaction://noaction"/>
          </p:cNvPr>
          <p:cNvPicPr preferRelativeResize="0"/>
          <p:nvPr/>
        </p:nvPicPr>
        <p:blipFill rotWithShape="1">
          <a:blip r:embed="rId9">
            <a:alphaModFix/>
          </a:blip>
          <a:srcRect t="2723" b="2723"/>
          <a:stretch/>
        </p:blipFill>
        <p:spPr>
          <a:xfrm>
            <a:off x="6435363" y="4656705"/>
            <a:ext cx="217200" cy="205362"/>
          </a:xfrm>
          <a:prstGeom prst="rect">
            <a:avLst/>
          </a:prstGeom>
          <a:noFill/>
          <a:ln>
            <a:noFill/>
          </a:ln>
        </p:spPr>
      </p:pic>
      <p:grpSp>
        <p:nvGrpSpPr>
          <p:cNvPr id="522" name="Google Shape;522;p33"/>
          <p:cNvGrpSpPr/>
          <p:nvPr/>
        </p:nvGrpSpPr>
        <p:grpSpPr>
          <a:xfrm>
            <a:off x="101721" y="4505825"/>
            <a:ext cx="8940558" cy="84600"/>
            <a:chOff x="155346" y="4358775"/>
            <a:chExt cx="8934304" cy="84600"/>
          </a:xfrm>
        </p:grpSpPr>
        <p:cxnSp>
          <p:nvCxnSpPr>
            <p:cNvPr id="523" name="Google Shape;523;p33"/>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524" name="Google Shape;524;p33"/>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 name="Google Shape;525;p33"/>
          <p:cNvGrpSpPr/>
          <p:nvPr/>
        </p:nvGrpSpPr>
        <p:grpSpPr>
          <a:xfrm flipH="1">
            <a:off x="270750" y="110651"/>
            <a:ext cx="8627325" cy="4089001"/>
            <a:chOff x="270750" y="253149"/>
            <a:chExt cx="8627325" cy="4089001"/>
          </a:xfrm>
        </p:grpSpPr>
        <p:sp>
          <p:nvSpPr>
            <p:cNvPr id="526" name="Google Shape;526;p33"/>
            <p:cNvSpPr/>
            <p:nvPr/>
          </p:nvSpPr>
          <p:spPr>
            <a:xfrm>
              <a:off x="669525" y="1066225"/>
              <a:ext cx="1189800" cy="1189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3"/>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3"/>
            <p:cNvSpPr/>
            <p:nvPr/>
          </p:nvSpPr>
          <p:spPr>
            <a:xfrm>
              <a:off x="8301150" y="40481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3"/>
            <p:cNvSpPr/>
            <p:nvPr/>
          </p:nvSpPr>
          <p:spPr>
            <a:xfrm>
              <a:off x="6009175" y="2531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3"/>
            <p:cNvSpPr/>
            <p:nvPr/>
          </p:nvSpPr>
          <p:spPr>
            <a:xfrm>
              <a:off x="8325975" y="33980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3"/>
            <p:cNvSpPr/>
            <p:nvPr/>
          </p:nvSpPr>
          <p:spPr>
            <a:xfrm>
              <a:off x="3265475" y="2656500"/>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3"/>
            <p:cNvSpPr/>
            <p:nvPr/>
          </p:nvSpPr>
          <p:spPr>
            <a:xfrm>
              <a:off x="5501788" y="1677663"/>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3"/>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 name="Google Shape;534;p33"/>
          <p:cNvSpPr txBox="1">
            <a:spLocks noGrp="1"/>
          </p:cNvSpPr>
          <p:nvPr>
            <p:ph type="title"/>
          </p:nvPr>
        </p:nvSpPr>
        <p:spPr>
          <a:xfrm>
            <a:off x="3969566" y="310458"/>
            <a:ext cx="1189801"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Plan</a:t>
            </a:r>
            <a:endParaRPr dirty="0"/>
          </a:p>
        </p:txBody>
      </p:sp>
      <p:sp>
        <p:nvSpPr>
          <p:cNvPr id="535" name="Google Shape;535;p33">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3">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txBox="1"/>
          <p:nvPr/>
        </p:nvSpPr>
        <p:spPr>
          <a:xfrm>
            <a:off x="7333838" y="1932444"/>
            <a:ext cx="360900" cy="99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00" dirty="0">
                <a:solidFill>
                  <a:schemeClr val="lt2"/>
                </a:solidFill>
                <a:latin typeface="Poppins"/>
                <a:ea typeface="Poppins"/>
                <a:cs typeface="Poppins"/>
                <a:sym typeface="Poppins"/>
              </a:rPr>
              <a:t>7</a:t>
            </a:r>
            <a:endParaRPr sz="1100" dirty="0">
              <a:solidFill>
                <a:schemeClr val="lt2"/>
              </a:solidFill>
              <a:latin typeface="Poppins"/>
              <a:ea typeface="Poppins"/>
              <a:cs typeface="Poppins"/>
              <a:sym typeface="Poppins"/>
            </a:endParaRPr>
          </a:p>
        </p:txBody>
      </p:sp>
      <p:sp>
        <p:nvSpPr>
          <p:cNvPr id="570" name="Google Shape;570;p33"/>
          <p:cNvSpPr txBox="1"/>
          <p:nvPr/>
        </p:nvSpPr>
        <p:spPr>
          <a:xfrm>
            <a:off x="621017" y="4498986"/>
            <a:ext cx="7956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71" name="Google Shape;571;p33">
            <a:hlinkClick r:id="rId10" action="ppaction://hlinksldjump"/>
          </p:cNvPr>
          <p:cNvPicPr preferRelativeResize="0"/>
          <p:nvPr/>
        </p:nvPicPr>
        <p:blipFill rotWithShape="1">
          <a:blip r:embed="rId11">
            <a:alphaModFix/>
          </a:blip>
          <a:srcRect/>
          <a:stretch/>
        </p:blipFill>
        <p:spPr>
          <a:xfrm>
            <a:off x="881657" y="4626989"/>
            <a:ext cx="274320" cy="274320"/>
          </a:xfrm>
          <a:prstGeom prst="rect">
            <a:avLst/>
          </a:prstGeom>
          <a:noFill/>
          <a:ln>
            <a:noFill/>
          </a:ln>
        </p:spPr>
      </p:pic>
      <p:sp>
        <p:nvSpPr>
          <p:cNvPr id="572" name="Google Shape;572;p33"/>
          <p:cNvSpPr/>
          <p:nvPr/>
        </p:nvSpPr>
        <p:spPr>
          <a:xfrm>
            <a:off x="621792"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 name="Google Shape;485;p32">
            <a:hlinkClick r:id="rId10" action="ppaction://hlinksldjump"/>
            <a:extLst>
              <a:ext uri="{FF2B5EF4-FFF2-40B4-BE49-F238E27FC236}">
                <a16:creationId xmlns:a16="http://schemas.microsoft.com/office/drawing/2014/main" id="{ADF424EB-D5F1-49C9-9A70-9EDC98454CB7}"/>
              </a:ext>
            </a:extLst>
          </p:cNvPr>
          <p:cNvPicPr preferRelativeResize="0"/>
          <p:nvPr/>
        </p:nvPicPr>
        <p:blipFill>
          <a:blip r:embed="rId12">
            <a:alphaModFix/>
          </a:blip>
          <a:stretch>
            <a:fillRect/>
          </a:stretch>
        </p:blipFill>
        <p:spPr>
          <a:xfrm>
            <a:off x="713224" y="585350"/>
            <a:ext cx="360887" cy="260251"/>
          </a:xfrm>
          <a:prstGeom prst="rect">
            <a:avLst/>
          </a:prstGeom>
          <a:noFill/>
          <a:ln>
            <a:noFill/>
          </a:ln>
        </p:spPr>
      </p:pic>
      <p:sp>
        <p:nvSpPr>
          <p:cNvPr id="43" name="Rectangle 42">
            <a:extLst>
              <a:ext uri="{FF2B5EF4-FFF2-40B4-BE49-F238E27FC236}">
                <a16:creationId xmlns:a16="http://schemas.microsoft.com/office/drawing/2014/main" id="{7BE7C0C3-CC4E-499A-BEDB-4BDA359E30D4}"/>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44" name="Group 43">
            <a:extLst>
              <a:ext uri="{FF2B5EF4-FFF2-40B4-BE49-F238E27FC236}">
                <a16:creationId xmlns:a16="http://schemas.microsoft.com/office/drawing/2014/main" id="{1F82DD43-3B25-4D0E-86FD-CD1CD173A760}"/>
              </a:ext>
            </a:extLst>
          </p:cNvPr>
          <p:cNvGrpSpPr/>
          <p:nvPr/>
        </p:nvGrpSpPr>
        <p:grpSpPr>
          <a:xfrm>
            <a:off x="4220731" y="4588783"/>
            <a:ext cx="789238" cy="411222"/>
            <a:chOff x="5650400" y="6231232"/>
            <a:chExt cx="789238" cy="484094"/>
          </a:xfrm>
        </p:grpSpPr>
        <p:sp>
          <p:nvSpPr>
            <p:cNvPr id="45" name="Oval 44">
              <a:extLst>
                <a:ext uri="{FF2B5EF4-FFF2-40B4-BE49-F238E27FC236}">
                  <a16:creationId xmlns:a16="http://schemas.microsoft.com/office/drawing/2014/main" id="{81481BAD-983F-4E74-A9E4-B9D35907A263}"/>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Slide Number Placeholder 2">
              <a:extLst>
                <a:ext uri="{FF2B5EF4-FFF2-40B4-BE49-F238E27FC236}">
                  <a16:creationId xmlns:a16="http://schemas.microsoft.com/office/drawing/2014/main" id="{61EA88BF-C26E-4426-889E-3A13DCAF0617}"/>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1</a:t>
              </a:r>
              <a:endParaRPr lang="fr-FR" sz="2000" b="1" dirty="0">
                <a:cs typeface="Arial" panose="020B0604020202020204" pitchFamily="34" charset="0"/>
              </a:endParaRPr>
            </a:p>
          </p:txBody>
        </p:sp>
      </p:grpSp>
      <p:sp>
        <p:nvSpPr>
          <p:cNvPr id="59" name="Google Shape;515;p65">
            <a:extLst>
              <a:ext uri="{FF2B5EF4-FFF2-40B4-BE49-F238E27FC236}">
                <a16:creationId xmlns:a16="http://schemas.microsoft.com/office/drawing/2014/main" id="{08D9E33F-D2F0-45EB-6435-2BE568B67DB7}"/>
              </a:ext>
            </a:extLst>
          </p:cNvPr>
          <p:cNvSpPr/>
          <p:nvPr/>
        </p:nvSpPr>
        <p:spPr>
          <a:xfrm flipH="1">
            <a:off x="1966071" y="1460608"/>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01</a:t>
            </a:r>
            <a:endParaRPr lang="fr-FR" sz="3600" noProof="0" dirty="0">
              <a:solidFill>
                <a:schemeClr val="tx2"/>
              </a:solidFill>
              <a:latin typeface="Montserrat ExtraBold"/>
              <a:ea typeface="Montserrat ExtraBold"/>
              <a:cs typeface="Montserrat ExtraBold"/>
              <a:sym typeface="Montserrat ExtraBold"/>
            </a:endParaRPr>
          </a:p>
        </p:txBody>
      </p:sp>
      <p:cxnSp>
        <p:nvCxnSpPr>
          <p:cNvPr id="60" name="Google Shape;522;p65">
            <a:extLst>
              <a:ext uri="{FF2B5EF4-FFF2-40B4-BE49-F238E27FC236}">
                <a16:creationId xmlns:a16="http://schemas.microsoft.com/office/drawing/2014/main" id="{C15FCF81-6CA1-D650-4DBD-20E3A7171D8C}"/>
              </a:ext>
            </a:extLst>
          </p:cNvPr>
          <p:cNvCxnSpPr>
            <a:cxnSpLocks/>
          </p:cNvCxnSpPr>
          <p:nvPr/>
        </p:nvCxnSpPr>
        <p:spPr>
          <a:xfrm>
            <a:off x="2761672" y="1834832"/>
            <a:ext cx="3227596" cy="686"/>
          </a:xfrm>
          <a:prstGeom prst="straightConnector1">
            <a:avLst/>
          </a:prstGeom>
          <a:noFill/>
          <a:ln w="38100" cap="flat" cmpd="sng">
            <a:solidFill>
              <a:schemeClr val="tx1"/>
            </a:solidFill>
            <a:prstDash val="solid"/>
            <a:round/>
            <a:headEnd type="none" w="med" len="med"/>
            <a:tailEnd type="none" w="med" len="med"/>
          </a:ln>
        </p:spPr>
      </p:cxnSp>
      <p:sp>
        <p:nvSpPr>
          <p:cNvPr id="461" name="Google Shape;515;p65">
            <a:extLst>
              <a:ext uri="{FF2B5EF4-FFF2-40B4-BE49-F238E27FC236}">
                <a16:creationId xmlns:a16="http://schemas.microsoft.com/office/drawing/2014/main" id="{FB4BBE55-839A-EB70-3315-DA8ABC420CFE}"/>
              </a:ext>
            </a:extLst>
          </p:cNvPr>
          <p:cNvSpPr/>
          <p:nvPr/>
        </p:nvSpPr>
        <p:spPr>
          <a:xfrm flipH="1">
            <a:off x="6006334" y="1480985"/>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02</a:t>
            </a:r>
            <a:endParaRPr lang="fr-FR" sz="4000" noProof="0" dirty="0">
              <a:solidFill>
                <a:schemeClr val="tx2"/>
              </a:solidFill>
              <a:latin typeface="Montserrat ExtraBold"/>
              <a:ea typeface="Montserrat ExtraBold"/>
              <a:cs typeface="Montserrat ExtraBold"/>
              <a:sym typeface="Montserrat ExtraBold"/>
            </a:endParaRPr>
          </a:p>
        </p:txBody>
      </p:sp>
      <p:sp>
        <p:nvSpPr>
          <p:cNvPr id="462" name="Google Shape;515;p65">
            <a:extLst>
              <a:ext uri="{FF2B5EF4-FFF2-40B4-BE49-F238E27FC236}">
                <a16:creationId xmlns:a16="http://schemas.microsoft.com/office/drawing/2014/main" id="{D4EF3A02-2731-70AA-5207-B59EBE77B4E4}"/>
              </a:ext>
            </a:extLst>
          </p:cNvPr>
          <p:cNvSpPr/>
          <p:nvPr/>
        </p:nvSpPr>
        <p:spPr>
          <a:xfrm flipH="1">
            <a:off x="1983181" y="2986769"/>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03</a:t>
            </a:r>
          </a:p>
        </p:txBody>
      </p:sp>
      <p:sp>
        <p:nvSpPr>
          <p:cNvPr id="463" name="Google Shape;515;p65">
            <a:extLst>
              <a:ext uri="{FF2B5EF4-FFF2-40B4-BE49-F238E27FC236}">
                <a16:creationId xmlns:a16="http://schemas.microsoft.com/office/drawing/2014/main" id="{22E134E3-0F8F-75AE-93D4-6A6919A6843D}"/>
              </a:ext>
            </a:extLst>
          </p:cNvPr>
          <p:cNvSpPr/>
          <p:nvPr/>
        </p:nvSpPr>
        <p:spPr>
          <a:xfrm flipH="1">
            <a:off x="6020327" y="2990167"/>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04</a:t>
            </a:r>
          </a:p>
        </p:txBody>
      </p:sp>
      <p:cxnSp>
        <p:nvCxnSpPr>
          <p:cNvPr id="464" name="Google Shape;522;p65">
            <a:extLst>
              <a:ext uri="{FF2B5EF4-FFF2-40B4-BE49-F238E27FC236}">
                <a16:creationId xmlns:a16="http://schemas.microsoft.com/office/drawing/2014/main" id="{CE56E639-1625-BB5C-E815-2333DA156ED3}"/>
              </a:ext>
            </a:extLst>
          </p:cNvPr>
          <p:cNvCxnSpPr>
            <a:cxnSpLocks/>
          </p:cNvCxnSpPr>
          <p:nvPr/>
        </p:nvCxnSpPr>
        <p:spPr>
          <a:xfrm>
            <a:off x="2787300" y="3354460"/>
            <a:ext cx="3227596" cy="686"/>
          </a:xfrm>
          <a:prstGeom prst="straightConnector1">
            <a:avLst/>
          </a:prstGeom>
          <a:noFill/>
          <a:ln w="38100" cap="flat" cmpd="sng">
            <a:solidFill>
              <a:schemeClr val="tx1"/>
            </a:solidFill>
            <a:prstDash val="solid"/>
            <a:round/>
            <a:headEnd type="none" w="med" len="med"/>
            <a:tailEnd type="none" w="med" len="med"/>
          </a:ln>
        </p:spPr>
      </p:cxnSp>
      <p:cxnSp>
        <p:nvCxnSpPr>
          <p:cNvPr id="465" name="Google Shape;522;p65">
            <a:extLst>
              <a:ext uri="{FF2B5EF4-FFF2-40B4-BE49-F238E27FC236}">
                <a16:creationId xmlns:a16="http://schemas.microsoft.com/office/drawing/2014/main" id="{E20DB54E-A62F-B478-5EF5-DA0A277C9C03}"/>
              </a:ext>
            </a:extLst>
          </p:cNvPr>
          <p:cNvCxnSpPr>
            <a:cxnSpLocks/>
          </p:cNvCxnSpPr>
          <p:nvPr/>
        </p:nvCxnSpPr>
        <p:spPr>
          <a:xfrm flipV="1">
            <a:off x="2363871" y="2578789"/>
            <a:ext cx="4040263" cy="32564"/>
          </a:xfrm>
          <a:prstGeom prst="straightConnector1">
            <a:avLst/>
          </a:prstGeom>
          <a:noFill/>
          <a:ln w="38100" cap="flat" cmpd="sng">
            <a:solidFill>
              <a:schemeClr val="tx1"/>
            </a:solidFill>
            <a:prstDash val="solid"/>
            <a:round/>
            <a:headEnd type="none" w="med" len="med"/>
            <a:tailEnd type="none" w="med" len="med"/>
          </a:ln>
        </p:spPr>
      </p:cxnSp>
      <p:cxnSp>
        <p:nvCxnSpPr>
          <p:cNvPr id="468" name="Google Shape;522;p65">
            <a:extLst>
              <a:ext uri="{FF2B5EF4-FFF2-40B4-BE49-F238E27FC236}">
                <a16:creationId xmlns:a16="http://schemas.microsoft.com/office/drawing/2014/main" id="{ACC22A3A-260F-4C3B-4CC7-E6FD6698E4E8}"/>
              </a:ext>
            </a:extLst>
          </p:cNvPr>
          <p:cNvCxnSpPr>
            <a:cxnSpLocks/>
          </p:cNvCxnSpPr>
          <p:nvPr/>
        </p:nvCxnSpPr>
        <p:spPr>
          <a:xfrm flipV="1">
            <a:off x="6393317" y="2192974"/>
            <a:ext cx="0" cy="404356"/>
          </a:xfrm>
          <a:prstGeom prst="straightConnector1">
            <a:avLst/>
          </a:prstGeom>
          <a:noFill/>
          <a:ln w="38100" cap="flat" cmpd="sng">
            <a:solidFill>
              <a:schemeClr val="tx1"/>
            </a:solidFill>
            <a:prstDash val="solid"/>
            <a:round/>
            <a:headEnd type="none" w="med" len="med"/>
            <a:tailEnd type="none" w="med" len="med"/>
          </a:ln>
        </p:spPr>
      </p:cxnSp>
      <p:cxnSp>
        <p:nvCxnSpPr>
          <p:cNvPr id="472" name="Google Shape;522;p65">
            <a:extLst>
              <a:ext uri="{FF2B5EF4-FFF2-40B4-BE49-F238E27FC236}">
                <a16:creationId xmlns:a16="http://schemas.microsoft.com/office/drawing/2014/main" id="{42B54E66-EE56-4343-930C-E43CA7CE8B77}"/>
              </a:ext>
            </a:extLst>
          </p:cNvPr>
          <p:cNvCxnSpPr>
            <a:cxnSpLocks/>
          </p:cNvCxnSpPr>
          <p:nvPr/>
        </p:nvCxnSpPr>
        <p:spPr>
          <a:xfrm flipV="1">
            <a:off x="2362302" y="2611353"/>
            <a:ext cx="0" cy="404356"/>
          </a:xfrm>
          <a:prstGeom prst="straightConnector1">
            <a:avLst/>
          </a:prstGeom>
          <a:noFill/>
          <a:ln w="38100" cap="flat" cmpd="sng">
            <a:solidFill>
              <a:schemeClr val="tx1"/>
            </a:solidFill>
            <a:prstDash val="solid"/>
            <a:round/>
            <a:headEnd type="none" w="med" len="med"/>
            <a:tailEnd type="none" w="med" len="med"/>
          </a:ln>
        </p:spPr>
      </p:cxnSp>
      <p:sp>
        <p:nvSpPr>
          <p:cNvPr id="473" name="Google Shape;537;p33">
            <a:extLst>
              <a:ext uri="{FF2B5EF4-FFF2-40B4-BE49-F238E27FC236}">
                <a16:creationId xmlns:a16="http://schemas.microsoft.com/office/drawing/2014/main" id="{A19912F7-B0C5-9E1C-8948-65E3BBCAD8B6}"/>
              </a:ext>
            </a:extLst>
          </p:cNvPr>
          <p:cNvSpPr/>
          <p:nvPr/>
        </p:nvSpPr>
        <p:spPr>
          <a:xfrm>
            <a:off x="101721" y="1628215"/>
            <a:ext cx="1934790"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Introduction</a:t>
            </a:r>
            <a:endParaRPr sz="2000" dirty="0">
              <a:solidFill>
                <a:schemeClr val="lt2"/>
              </a:solidFill>
              <a:latin typeface="Poppins ExtraBold"/>
              <a:ea typeface="Poppins ExtraBold"/>
              <a:cs typeface="Poppins ExtraBold"/>
              <a:sym typeface="Poppins ExtraBold"/>
            </a:endParaRPr>
          </a:p>
        </p:txBody>
      </p:sp>
      <p:sp>
        <p:nvSpPr>
          <p:cNvPr id="474" name="Google Shape;540;p33">
            <a:extLst>
              <a:ext uri="{FF2B5EF4-FFF2-40B4-BE49-F238E27FC236}">
                <a16:creationId xmlns:a16="http://schemas.microsoft.com/office/drawing/2014/main" id="{1C220804-BDFC-98E1-25EA-1F05C856220A}"/>
              </a:ext>
            </a:extLst>
          </p:cNvPr>
          <p:cNvSpPr/>
          <p:nvPr/>
        </p:nvSpPr>
        <p:spPr>
          <a:xfrm>
            <a:off x="101722" y="3015709"/>
            <a:ext cx="1938464" cy="674947"/>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fr-FR" sz="2000" dirty="0">
                <a:solidFill>
                  <a:schemeClr val="lt2"/>
                </a:solidFill>
                <a:latin typeface="Poppins ExtraBold"/>
                <a:ea typeface="Poppins ExtraBold"/>
                <a:cs typeface="Poppins ExtraBold"/>
                <a:sym typeface="Poppins ExtraBold"/>
              </a:rPr>
              <a:t>Réalisation Technique</a:t>
            </a:r>
          </a:p>
        </p:txBody>
      </p:sp>
      <p:sp>
        <p:nvSpPr>
          <p:cNvPr id="475" name="Google Shape;539;p33">
            <a:extLst>
              <a:ext uri="{FF2B5EF4-FFF2-40B4-BE49-F238E27FC236}">
                <a16:creationId xmlns:a16="http://schemas.microsoft.com/office/drawing/2014/main" id="{B476AEB3-604F-7740-9B7A-48886B07DD75}"/>
              </a:ext>
            </a:extLst>
          </p:cNvPr>
          <p:cNvSpPr/>
          <p:nvPr/>
        </p:nvSpPr>
        <p:spPr>
          <a:xfrm>
            <a:off x="6729962" y="1653921"/>
            <a:ext cx="1841517" cy="355118"/>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Conception</a:t>
            </a:r>
            <a:endParaRPr sz="2000" dirty="0">
              <a:solidFill>
                <a:schemeClr val="lt2"/>
              </a:solidFill>
              <a:latin typeface="Poppins ExtraBold"/>
              <a:ea typeface="Poppins ExtraBold"/>
              <a:cs typeface="Poppins ExtraBold"/>
              <a:sym typeface="Poppins ExtraBold"/>
            </a:endParaRPr>
          </a:p>
        </p:txBody>
      </p:sp>
      <p:sp>
        <p:nvSpPr>
          <p:cNvPr id="476" name="Google Shape;541;p33">
            <a:extLst>
              <a:ext uri="{FF2B5EF4-FFF2-40B4-BE49-F238E27FC236}">
                <a16:creationId xmlns:a16="http://schemas.microsoft.com/office/drawing/2014/main" id="{67C4A2C2-362B-EC75-C3DA-AE81847B142F}"/>
              </a:ext>
            </a:extLst>
          </p:cNvPr>
          <p:cNvSpPr/>
          <p:nvPr/>
        </p:nvSpPr>
        <p:spPr>
          <a:xfrm>
            <a:off x="6712048" y="3150189"/>
            <a:ext cx="2330227"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D</a:t>
            </a:r>
            <a:r>
              <a:rPr lang="fr-FR" sz="2000" dirty="0">
                <a:solidFill>
                  <a:schemeClr val="lt2"/>
                </a:solidFill>
                <a:latin typeface="Poppins ExtraBold"/>
                <a:ea typeface="Poppins ExtraBold"/>
                <a:cs typeface="Poppins ExtraBold"/>
                <a:sym typeface="Poppins ExtraBold"/>
              </a:rPr>
              <a:t>é</a:t>
            </a:r>
            <a:r>
              <a:rPr lang="en" sz="2000" dirty="0">
                <a:solidFill>
                  <a:schemeClr val="lt2"/>
                </a:solidFill>
                <a:latin typeface="Poppins ExtraBold"/>
                <a:ea typeface="Poppins ExtraBold"/>
                <a:cs typeface="Poppins ExtraBold"/>
                <a:sym typeface="Poppins ExtraBold"/>
              </a:rPr>
              <a:t>monstration</a:t>
            </a:r>
            <a:endParaRPr sz="2000" dirty="0">
              <a:solidFill>
                <a:schemeClr val="lt2"/>
              </a:solidFill>
              <a:latin typeface="Poppins ExtraBold"/>
              <a:ea typeface="Poppins ExtraBold"/>
              <a:cs typeface="Poppins ExtraBold"/>
              <a:sym typeface="Poppins ExtraBold"/>
            </a:endParaRPr>
          </a:p>
        </p:txBody>
      </p:sp>
      <mc:AlternateContent xmlns:mc="http://schemas.openxmlformats.org/markup-compatibility/2006" xmlns:pslz="http://schemas.microsoft.com/office/powerpoint/2016/slidezoom">
        <mc:Choice Requires="pslz">
          <p:graphicFrame>
            <p:nvGraphicFramePr>
              <p:cNvPr id="3" name="Zoom de diapositive 2">
                <a:extLst>
                  <a:ext uri="{FF2B5EF4-FFF2-40B4-BE49-F238E27FC236}">
                    <a16:creationId xmlns:a16="http://schemas.microsoft.com/office/drawing/2014/main" id="{F4888C29-3905-265B-2197-5BCAB574A0BE}"/>
                  </a:ext>
                </a:extLst>
              </p:cNvPr>
              <p:cNvGraphicFramePr>
                <a:graphicFrameLocks noChangeAspect="1"/>
              </p:cNvGraphicFramePr>
              <p:nvPr>
                <p:extLst>
                  <p:ext uri="{D42A27DB-BD31-4B8C-83A1-F6EECF244321}">
                    <p14:modId xmlns:p14="http://schemas.microsoft.com/office/powerpoint/2010/main" val="322597016"/>
                  </p:ext>
                </p:extLst>
              </p:nvPr>
            </p:nvGraphicFramePr>
            <p:xfrm>
              <a:off x="6459704" y="1936675"/>
              <a:ext cx="69572" cy="45719"/>
            </p:xfrm>
            <a:graphic>
              <a:graphicData uri="http://schemas.microsoft.com/office/powerpoint/2016/slidezoom">
                <pslz:sldZm>
                  <pslz:sldZmObj sldId="305" cId="1912027186">
                    <pslz:zmPr id="{AD6B0CF8-9044-441F-B920-AF93BB31EE77}" returnToParent="0" imageType="cover" transitionDur="1000">
                      <p166:blipFill xmlns:p166="http://schemas.microsoft.com/office/powerpoint/2016/6/main">
                        <a:blip r:embed="rId13"/>
                        <a:stretch>
                          <a:fillRect/>
                        </a:stretch>
                      </p166:blipFill>
                      <p166:spPr xmlns:p166="http://schemas.microsoft.com/office/powerpoint/2016/6/main">
                        <a:xfrm>
                          <a:off x="0" y="0"/>
                          <a:ext cx="69572" cy="45719"/>
                        </a:xfrm>
                        <a:prstGeom prst="rect">
                          <a:avLst/>
                        </a:prstGeom>
                        <a:ln w="3175">
                          <a:solidFill>
                            <a:prstClr val="ltGray"/>
                          </a:solidFill>
                        </a:ln>
                      </p166:spPr>
                    </pslz:zmPr>
                  </pslz:sldZmObj>
                </pslz:sldZm>
              </a:graphicData>
            </a:graphic>
          </p:graphicFrame>
        </mc:Choice>
        <mc:Fallback xmlns="">
          <p:pic>
            <p:nvPicPr>
              <p:cNvPr id="3" name="Zoom de diapositive 2">
                <a:hlinkClick r:id="rId14" action="ppaction://hlinksldjump"/>
                <a:extLst>
                  <a:ext uri="{FF2B5EF4-FFF2-40B4-BE49-F238E27FC236}">
                    <a16:creationId xmlns:a16="http://schemas.microsoft.com/office/drawing/2014/main" id="{F4888C29-3905-265B-2197-5BCAB574A0BE}"/>
                  </a:ext>
                </a:extLst>
              </p:cNvPr>
              <p:cNvPicPr>
                <a:picLocks noGrp="1" noRot="1" noChangeAspect="1" noMove="1" noResize="1" noEditPoints="1" noAdjustHandles="1" noChangeArrowheads="1" noChangeShapeType="1"/>
              </p:cNvPicPr>
              <p:nvPr/>
            </p:nvPicPr>
            <p:blipFill>
              <a:blip r:embed="rId15"/>
              <a:stretch>
                <a:fillRect/>
              </a:stretch>
            </p:blipFill>
            <p:spPr>
              <a:xfrm>
                <a:off x="6459704" y="1936675"/>
                <a:ext cx="69572" cy="45719"/>
              </a:xfrm>
              <a:prstGeom prst="rect">
                <a:avLst/>
              </a:prstGeom>
              <a:ln w="3175">
                <a:solidFill>
                  <a:prstClr val="ltGray"/>
                </a:solidFill>
              </a:ln>
            </p:spPr>
          </p:pic>
        </mc:Fallback>
      </mc:AlternateContent>
    </p:spTree>
    <p:extLst>
      <p:ext uri="{BB962C8B-B14F-4D97-AF65-F5344CB8AC3E}">
        <p14:creationId xmlns:p14="http://schemas.microsoft.com/office/powerpoint/2010/main" val="3294764411"/>
      </p:ext>
    </p:extLst>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grpSp>
        <p:nvGrpSpPr>
          <p:cNvPr id="928" name="Google Shape;928;p37"/>
          <p:cNvGrpSpPr/>
          <p:nvPr/>
        </p:nvGrpSpPr>
        <p:grpSpPr>
          <a:xfrm>
            <a:off x="101721" y="4505825"/>
            <a:ext cx="8940558" cy="84600"/>
            <a:chOff x="155346" y="4358775"/>
            <a:chExt cx="8934304" cy="84600"/>
          </a:xfrm>
        </p:grpSpPr>
        <p:cxnSp>
          <p:nvCxnSpPr>
            <p:cNvPr id="929" name="Google Shape;929;p37"/>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930" name="Google Shape;930;p37"/>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9" name="Google Shape;939;p37"/>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940" name="Google Shape;940;p37">
            <a:hlinkClick r:id="rId3"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941" name="Google Shape;941;p37">
            <a:hlinkClick r:id="" action="ppaction://noaction"/>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Wed</a:t>
            </a:r>
            <a:endParaRPr sz="1800" b="1">
              <a:solidFill>
                <a:schemeClr val="accent1"/>
              </a:solidFill>
              <a:latin typeface="Poppins"/>
              <a:ea typeface="Poppins"/>
              <a:cs typeface="Poppins"/>
              <a:sym typeface="Poppins"/>
            </a:endParaRPr>
          </a:p>
        </p:txBody>
      </p:sp>
      <p:sp>
        <p:nvSpPr>
          <p:cNvPr id="942" name="Google Shape;942;p37">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943" name="Google Shape;943;p37">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944" name="Google Shape;944;p37">
            <a:hlinkClick r:id="rId4" action="ppaction://hlinksldjump"/>
          </p:cNvPr>
          <p:cNvSpPr txBox="1"/>
          <p:nvPr/>
        </p:nvSpPr>
        <p:spPr>
          <a:xfrm>
            <a:off x="62101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5" name="Google Shape;945;p37">
            <a:hlinkClick r:id="rId4" action="ppaction://hlinksldjump"/>
          </p:cNvPr>
          <p:cNvPicPr preferRelativeResize="0"/>
          <p:nvPr/>
        </p:nvPicPr>
        <p:blipFill rotWithShape="1">
          <a:blip r:embed="rId5">
            <a:alphaModFix/>
          </a:blip>
          <a:srcRect/>
          <a:stretch/>
        </p:blipFill>
        <p:spPr>
          <a:xfrm>
            <a:off x="881657" y="4626989"/>
            <a:ext cx="274320" cy="274320"/>
          </a:xfrm>
          <a:prstGeom prst="rect">
            <a:avLst/>
          </a:prstGeom>
          <a:noFill/>
          <a:ln>
            <a:noFill/>
          </a:ln>
        </p:spPr>
      </p:pic>
      <p:sp>
        <p:nvSpPr>
          <p:cNvPr id="946" name="Google Shape;946;p37"/>
          <p:cNvSpPr txBox="1"/>
          <p:nvPr/>
        </p:nvSpPr>
        <p:spPr>
          <a:xfrm>
            <a:off x="1409473" y="4498986"/>
            <a:ext cx="7968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2"/>
                </a:solidFill>
                <a:latin typeface="Poppins"/>
                <a:ea typeface="Poppins"/>
                <a:cs typeface="Poppins"/>
                <a:sym typeface="Poppins"/>
              </a:rPr>
              <a:t>Mon</a:t>
            </a:r>
            <a:endParaRPr sz="1800" b="1">
              <a:solidFill>
                <a:schemeClr val="accent2"/>
              </a:solidFill>
              <a:latin typeface="Poppins"/>
              <a:ea typeface="Poppins"/>
              <a:cs typeface="Poppins"/>
              <a:sym typeface="Poppins"/>
            </a:endParaRPr>
          </a:p>
        </p:txBody>
      </p:sp>
      <p:sp>
        <p:nvSpPr>
          <p:cNvPr id="947" name="Google Shape;947;p37">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8" name="Google Shape;948;p37">
            <a:hlinkClick r:id="" action="ppaction://noaction"/>
          </p:cNvPr>
          <p:cNvPicPr preferRelativeResize="0"/>
          <p:nvPr/>
        </p:nvPicPr>
        <p:blipFill>
          <a:blip r:embed="rId6">
            <a:alphaModFix/>
          </a:blip>
          <a:stretch>
            <a:fillRect/>
          </a:stretch>
        </p:blipFill>
        <p:spPr>
          <a:xfrm>
            <a:off x="5572688" y="4588783"/>
            <a:ext cx="360876" cy="341206"/>
          </a:xfrm>
          <a:prstGeom prst="rect">
            <a:avLst/>
          </a:prstGeom>
          <a:noFill/>
          <a:ln>
            <a:noFill/>
          </a:ln>
        </p:spPr>
      </p:pic>
      <p:sp>
        <p:nvSpPr>
          <p:cNvPr id="949" name="Google Shape;949;p37">
            <a:hlinkClick r:id="rId7"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0" name="Google Shape;950;p37">
            <a:hlinkClick r:id="rId7" action="ppaction://hlinksldjump"/>
          </p:cNvPr>
          <p:cNvPicPr preferRelativeResize="0"/>
          <p:nvPr/>
        </p:nvPicPr>
        <p:blipFill rotWithShape="1">
          <a:blip r:embed="rId8">
            <a:alphaModFix/>
          </a:blip>
          <a:srcRect t="2723" b="2723"/>
          <a:stretch/>
        </p:blipFill>
        <p:spPr>
          <a:xfrm>
            <a:off x="7225973" y="4656705"/>
            <a:ext cx="217200" cy="205362"/>
          </a:xfrm>
          <a:prstGeom prst="rect">
            <a:avLst/>
          </a:prstGeom>
          <a:noFill/>
          <a:ln>
            <a:noFill/>
          </a:ln>
        </p:spPr>
      </p:pic>
      <p:sp>
        <p:nvSpPr>
          <p:cNvPr id="951" name="Google Shape;951;p37">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2" name="Google Shape;952;p37">
            <a:hlinkClick r:id="" action="ppaction://noaction"/>
          </p:cNvPr>
          <p:cNvPicPr preferRelativeResize="0"/>
          <p:nvPr/>
        </p:nvPicPr>
        <p:blipFill rotWithShape="1">
          <a:blip r:embed="rId9">
            <a:alphaModFix/>
          </a:blip>
          <a:srcRect t="2723" b="2723"/>
          <a:stretch/>
        </p:blipFill>
        <p:spPr>
          <a:xfrm>
            <a:off x="8016583" y="4656705"/>
            <a:ext cx="217200" cy="205362"/>
          </a:xfrm>
          <a:prstGeom prst="rect">
            <a:avLst/>
          </a:prstGeom>
          <a:noFill/>
          <a:ln>
            <a:noFill/>
          </a:ln>
        </p:spPr>
      </p:pic>
      <p:sp>
        <p:nvSpPr>
          <p:cNvPr id="953" name="Google Shape;953;p37">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4" name="Google Shape;954;p37">
            <a:hlinkClick r:id="" action="ppaction://noaction"/>
          </p:cNvPr>
          <p:cNvPicPr preferRelativeResize="0"/>
          <p:nvPr/>
        </p:nvPicPr>
        <p:blipFill rotWithShape="1">
          <a:blip r:embed="rId10">
            <a:alphaModFix/>
          </a:blip>
          <a:srcRect t="2723" b="2723"/>
          <a:stretch/>
        </p:blipFill>
        <p:spPr>
          <a:xfrm>
            <a:off x="6435363" y="4656705"/>
            <a:ext cx="217200" cy="205362"/>
          </a:xfrm>
          <a:prstGeom prst="rect">
            <a:avLst/>
          </a:prstGeom>
          <a:noFill/>
          <a:ln>
            <a:noFill/>
          </a:ln>
        </p:spPr>
      </p:pic>
      <p:sp>
        <p:nvSpPr>
          <p:cNvPr id="970" name="Google Shape;970;p37"/>
          <p:cNvSpPr/>
          <p:nvPr/>
        </p:nvSpPr>
        <p:spPr>
          <a:xfrm>
            <a:off x="1409986"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1" name="Google Shape;971;p37">
            <a:hlinkClick r:id="rId11" action="ppaction://hlinksldjump"/>
          </p:cNvPr>
          <p:cNvPicPr preferRelativeResize="0"/>
          <p:nvPr/>
        </p:nvPicPr>
        <p:blipFill>
          <a:blip r:embed="rId12">
            <a:alphaModFix/>
          </a:blip>
          <a:stretch>
            <a:fillRect/>
          </a:stretch>
        </p:blipFill>
        <p:spPr>
          <a:xfrm>
            <a:off x="713224" y="585350"/>
            <a:ext cx="360887" cy="260251"/>
          </a:xfrm>
          <a:prstGeom prst="rect">
            <a:avLst/>
          </a:prstGeom>
          <a:noFill/>
          <a:ln>
            <a:noFill/>
          </a:ln>
        </p:spPr>
      </p:pic>
      <p:sp>
        <p:nvSpPr>
          <p:cNvPr id="972" name="Google Shape;972;p37">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7">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Rectangle 68">
            <a:extLst>
              <a:ext uri="{FF2B5EF4-FFF2-40B4-BE49-F238E27FC236}">
                <a16:creationId xmlns:a16="http://schemas.microsoft.com/office/drawing/2014/main" id="{C44417E0-91A9-4AE4-A758-834D0239A614}"/>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70" name="Group 69">
            <a:extLst>
              <a:ext uri="{FF2B5EF4-FFF2-40B4-BE49-F238E27FC236}">
                <a16:creationId xmlns:a16="http://schemas.microsoft.com/office/drawing/2014/main" id="{D1CF8F4F-9369-4031-AE60-A33A3257A7B9}"/>
              </a:ext>
            </a:extLst>
          </p:cNvPr>
          <p:cNvGrpSpPr/>
          <p:nvPr/>
        </p:nvGrpSpPr>
        <p:grpSpPr>
          <a:xfrm>
            <a:off x="4220731" y="4588783"/>
            <a:ext cx="789238" cy="411222"/>
            <a:chOff x="5650400" y="6231232"/>
            <a:chExt cx="789238" cy="484094"/>
          </a:xfrm>
        </p:grpSpPr>
        <p:sp>
          <p:nvSpPr>
            <p:cNvPr id="71" name="Oval 70">
              <a:extLst>
                <a:ext uri="{FF2B5EF4-FFF2-40B4-BE49-F238E27FC236}">
                  <a16:creationId xmlns:a16="http://schemas.microsoft.com/office/drawing/2014/main" id="{33EC685C-7B32-468A-9079-EB87C662C91F}"/>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2" name="Slide Number Placeholder 2">
              <a:extLst>
                <a:ext uri="{FF2B5EF4-FFF2-40B4-BE49-F238E27FC236}">
                  <a16:creationId xmlns:a16="http://schemas.microsoft.com/office/drawing/2014/main" id="{7993E8E8-E529-42FA-93A3-A9E1215DAC9D}"/>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4</a:t>
              </a:r>
              <a:endParaRPr lang="fr-FR" sz="2000" b="1" dirty="0">
                <a:cs typeface="Arial" panose="020B0604020202020204" pitchFamily="34" charset="0"/>
              </a:endParaRPr>
            </a:p>
          </p:txBody>
        </p:sp>
      </p:grpSp>
      <p:sp>
        <p:nvSpPr>
          <p:cNvPr id="90" name="Google Shape;537;p33">
            <a:extLst>
              <a:ext uri="{FF2B5EF4-FFF2-40B4-BE49-F238E27FC236}">
                <a16:creationId xmlns:a16="http://schemas.microsoft.com/office/drawing/2014/main" id="{482089DF-2FCD-4667-A795-2AAB9DFA7B63}"/>
              </a:ext>
            </a:extLst>
          </p:cNvPr>
          <p:cNvSpPr/>
          <p:nvPr/>
        </p:nvSpPr>
        <p:spPr>
          <a:xfrm>
            <a:off x="676786" y="242191"/>
            <a:ext cx="2108400" cy="696786"/>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1600" dirty="0">
                <a:solidFill>
                  <a:schemeClr val="lt2"/>
                </a:solidFill>
                <a:latin typeface="Poppins ExtraBold"/>
                <a:ea typeface="Poppins ExtraBold"/>
                <a:cs typeface="Poppins ExtraBold"/>
                <a:sym typeface="Poppins ExtraBold"/>
              </a:rPr>
              <a:t>Diagramme de clasee</a:t>
            </a:r>
            <a:endParaRPr sz="1600" dirty="0">
              <a:solidFill>
                <a:schemeClr val="lt2"/>
              </a:solidFill>
              <a:latin typeface="Poppins ExtraBold"/>
              <a:ea typeface="Poppins ExtraBold"/>
              <a:cs typeface="Poppins ExtraBold"/>
              <a:sym typeface="Poppins ExtraBold"/>
            </a:endParaRPr>
          </a:p>
        </p:txBody>
      </p:sp>
      <p:sp>
        <p:nvSpPr>
          <p:cNvPr id="93" name="Google Shape;910;p37">
            <a:extLst>
              <a:ext uri="{FF2B5EF4-FFF2-40B4-BE49-F238E27FC236}">
                <a16:creationId xmlns:a16="http://schemas.microsoft.com/office/drawing/2014/main" id="{34409298-8414-4BB2-8FCE-8F5F7FF35B82}"/>
              </a:ext>
            </a:extLst>
          </p:cNvPr>
          <p:cNvSpPr txBox="1">
            <a:spLocks noGrp="1"/>
          </p:cNvSpPr>
          <p:nvPr>
            <p:ph type="title"/>
          </p:nvPr>
        </p:nvSpPr>
        <p:spPr>
          <a:xfrm>
            <a:off x="619657" y="167701"/>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Conception</a:t>
            </a:r>
            <a:endParaRPr dirty="0"/>
          </a:p>
        </p:txBody>
      </p:sp>
      <p:pic>
        <p:nvPicPr>
          <p:cNvPr id="3" name="Image 2">
            <a:extLst>
              <a:ext uri="{FF2B5EF4-FFF2-40B4-BE49-F238E27FC236}">
                <a16:creationId xmlns:a16="http://schemas.microsoft.com/office/drawing/2014/main" id="{F2E07491-0099-486C-AEAB-D3C24B58C042}"/>
              </a:ext>
            </a:extLst>
          </p:cNvPr>
          <p:cNvPicPr>
            <a:picLocks noChangeAspect="1"/>
          </p:cNvPicPr>
          <p:nvPr/>
        </p:nvPicPr>
        <p:blipFill>
          <a:blip r:embed="rId13"/>
          <a:stretch>
            <a:fillRect/>
          </a:stretch>
        </p:blipFill>
        <p:spPr>
          <a:xfrm>
            <a:off x="619657" y="1126943"/>
            <a:ext cx="7903326" cy="3459774"/>
          </a:xfrm>
          <a:prstGeom prst="rect">
            <a:avLst/>
          </a:prstGeom>
        </p:spPr>
      </p:pic>
    </p:spTree>
    <p:extLst>
      <p:ext uri="{BB962C8B-B14F-4D97-AF65-F5344CB8AC3E}">
        <p14:creationId xmlns:p14="http://schemas.microsoft.com/office/powerpoint/2010/main" val="191202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500" fill="hold"/>
                                        <p:tgtEl>
                                          <p:spTgt spid="93"/>
                                        </p:tgtEl>
                                        <p:attrNameLst>
                                          <p:attrName>ppt_x</p:attrName>
                                        </p:attrNameLst>
                                      </p:cBhvr>
                                      <p:tavLst>
                                        <p:tav tm="0">
                                          <p:val>
                                            <p:strVal val="#ppt_x"/>
                                          </p:val>
                                        </p:tav>
                                        <p:tav tm="100000">
                                          <p:val>
                                            <p:strVal val="#ppt_x"/>
                                          </p:val>
                                        </p:tav>
                                      </p:tavLst>
                                    </p:anim>
                                    <p:anim calcmode="lin" valueType="num">
                                      <p:cBhvr additive="base">
                                        <p:cTn id="8" dur="500" fill="hold"/>
                                        <p:tgtEl>
                                          <p:spTgt spid="9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0"/>
                                        </p:tgtEl>
                                        <p:attrNameLst>
                                          <p:attrName>style.visibility</p:attrName>
                                        </p:attrNameLst>
                                      </p:cBhvr>
                                      <p:to>
                                        <p:strVal val="visible"/>
                                      </p:to>
                                    </p:set>
                                    <p:anim calcmode="lin" valueType="num">
                                      <p:cBhvr additive="base">
                                        <p:cTn id="13" dur="500" fill="hold"/>
                                        <p:tgtEl>
                                          <p:spTgt spid="90"/>
                                        </p:tgtEl>
                                        <p:attrNameLst>
                                          <p:attrName>ppt_x</p:attrName>
                                        </p:attrNameLst>
                                      </p:cBhvr>
                                      <p:tavLst>
                                        <p:tav tm="0">
                                          <p:val>
                                            <p:strVal val="#ppt_x"/>
                                          </p:val>
                                        </p:tav>
                                        <p:tav tm="100000">
                                          <p:val>
                                            <p:strVal val="#ppt_x"/>
                                          </p:val>
                                        </p:tav>
                                      </p:tavLst>
                                    </p:anim>
                                    <p:anim calcmode="lin" valueType="num">
                                      <p:cBhvr additive="base">
                                        <p:cTn id="14" dur="500" fill="hold"/>
                                        <p:tgtEl>
                                          <p:spTgt spid="9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grpSp>
        <p:nvGrpSpPr>
          <p:cNvPr id="928" name="Google Shape;928;p37"/>
          <p:cNvGrpSpPr/>
          <p:nvPr/>
        </p:nvGrpSpPr>
        <p:grpSpPr>
          <a:xfrm>
            <a:off x="101721" y="4505825"/>
            <a:ext cx="8940558" cy="84600"/>
            <a:chOff x="155346" y="4358775"/>
            <a:chExt cx="8934304" cy="84600"/>
          </a:xfrm>
        </p:grpSpPr>
        <p:cxnSp>
          <p:nvCxnSpPr>
            <p:cNvPr id="929" name="Google Shape;929;p37"/>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930" name="Google Shape;930;p37"/>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9" name="Google Shape;939;p37"/>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940" name="Google Shape;940;p37">
            <a:hlinkClick r:id="rId3"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941" name="Google Shape;941;p37">
            <a:hlinkClick r:id="rId4"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Wed</a:t>
            </a:r>
            <a:endParaRPr sz="1800" b="1">
              <a:solidFill>
                <a:schemeClr val="accent1"/>
              </a:solidFill>
              <a:latin typeface="Poppins"/>
              <a:ea typeface="Poppins"/>
              <a:cs typeface="Poppins"/>
              <a:sym typeface="Poppins"/>
            </a:endParaRPr>
          </a:p>
        </p:txBody>
      </p:sp>
      <p:sp>
        <p:nvSpPr>
          <p:cNvPr id="942" name="Google Shape;942;p37">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943" name="Google Shape;943;p37">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944" name="Google Shape;944;p37">
            <a:hlinkClick r:id="rId5" action="ppaction://hlinksldjump"/>
          </p:cNvPr>
          <p:cNvSpPr txBox="1"/>
          <p:nvPr/>
        </p:nvSpPr>
        <p:spPr>
          <a:xfrm>
            <a:off x="62101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5" name="Google Shape;945;p37">
            <a:hlinkClick r:id="rId5" action="ppaction://hlinksldjump"/>
          </p:cNvPr>
          <p:cNvPicPr preferRelativeResize="0"/>
          <p:nvPr/>
        </p:nvPicPr>
        <p:blipFill rotWithShape="1">
          <a:blip r:embed="rId6">
            <a:alphaModFix/>
          </a:blip>
          <a:srcRect/>
          <a:stretch/>
        </p:blipFill>
        <p:spPr>
          <a:xfrm>
            <a:off x="881657" y="4626989"/>
            <a:ext cx="274320" cy="274320"/>
          </a:xfrm>
          <a:prstGeom prst="rect">
            <a:avLst/>
          </a:prstGeom>
          <a:noFill/>
          <a:ln>
            <a:noFill/>
          </a:ln>
        </p:spPr>
      </p:pic>
      <p:sp>
        <p:nvSpPr>
          <p:cNvPr id="946" name="Google Shape;946;p37"/>
          <p:cNvSpPr txBox="1"/>
          <p:nvPr/>
        </p:nvSpPr>
        <p:spPr>
          <a:xfrm>
            <a:off x="1409473" y="4498986"/>
            <a:ext cx="7968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2"/>
                </a:solidFill>
                <a:latin typeface="Poppins"/>
                <a:ea typeface="Poppins"/>
                <a:cs typeface="Poppins"/>
                <a:sym typeface="Poppins"/>
              </a:rPr>
              <a:t>Mon</a:t>
            </a:r>
            <a:endParaRPr sz="1800" b="1">
              <a:solidFill>
                <a:schemeClr val="accent2"/>
              </a:solidFill>
              <a:latin typeface="Poppins"/>
              <a:ea typeface="Poppins"/>
              <a:cs typeface="Poppins"/>
              <a:sym typeface="Poppins"/>
            </a:endParaRPr>
          </a:p>
        </p:txBody>
      </p:sp>
      <p:sp>
        <p:nvSpPr>
          <p:cNvPr id="947" name="Google Shape;947;p37">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8" name="Google Shape;948;p37">
            <a:hlinkClick r:id="" action="ppaction://noaction"/>
          </p:cNvPr>
          <p:cNvPicPr preferRelativeResize="0"/>
          <p:nvPr/>
        </p:nvPicPr>
        <p:blipFill>
          <a:blip r:embed="rId7">
            <a:alphaModFix/>
          </a:blip>
          <a:stretch>
            <a:fillRect/>
          </a:stretch>
        </p:blipFill>
        <p:spPr>
          <a:xfrm>
            <a:off x="5572688" y="4588783"/>
            <a:ext cx="360876" cy="341206"/>
          </a:xfrm>
          <a:prstGeom prst="rect">
            <a:avLst/>
          </a:prstGeom>
          <a:noFill/>
          <a:ln>
            <a:noFill/>
          </a:ln>
        </p:spPr>
      </p:pic>
      <p:sp>
        <p:nvSpPr>
          <p:cNvPr id="949" name="Google Shape;949;p37">
            <a:hlinkClick r:id="rId4"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0" name="Google Shape;950;p37">
            <a:hlinkClick r:id="rId4" action="ppaction://hlinksldjump"/>
          </p:cNvPr>
          <p:cNvPicPr preferRelativeResize="0"/>
          <p:nvPr/>
        </p:nvPicPr>
        <p:blipFill rotWithShape="1">
          <a:blip r:embed="rId8">
            <a:alphaModFix/>
          </a:blip>
          <a:srcRect t="2723" b="2723"/>
          <a:stretch/>
        </p:blipFill>
        <p:spPr>
          <a:xfrm>
            <a:off x="7225973" y="4656705"/>
            <a:ext cx="217200" cy="205362"/>
          </a:xfrm>
          <a:prstGeom prst="rect">
            <a:avLst/>
          </a:prstGeom>
          <a:noFill/>
          <a:ln>
            <a:noFill/>
          </a:ln>
        </p:spPr>
      </p:pic>
      <p:sp>
        <p:nvSpPr>
          <p:cNvPr id="951" name="Google Shape;951;p37">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2" name="Google Shape;952;p37">
            <a:hlinkClick r:id="" action="ppaction://noaction"/>
          </p:cNvPr>
          <p:cNvPicPr preferRelativeResize="0"/>
          <p:nvPr/>
        </p:nvPicPr>
        <p:blipFill rotWithShape="1">
          <a:blip r:embed="rId9">
            <a:alphaModFix/>
          </a:blip>
          <a:srcRect t="2723" b="2723"/>
          <a:stretch/>
        </p:blipFill>
        <p:spPr>
          <a:xfrm>
            <a:off x="8016583" y="4656705"/>
            <a:ext cx="217200" cy="205362"/>
          </a:xfrm>
          <a:prstGeom prst="rect">
            <a:avLst/>
          </a:prstGeom>
          <a:noFill/>
          <a:ln>
            <a:noFill/>
          </a:ln>
        </p:spPr>
      </p:pic>
      <p:sp>
        <p:nvSpPr>
          <p:cNvPr id="953" name="Google Shape;953;p37">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4" name="Google Shape;954;p37">
            <a:hlinkClick r:id="" action="ppaction://noaction"/>
          </p:cNvPr>
          <p:cNvPicPr preferRelativeResize="0"/>
          <p:nvPr/>
        </p:nvPicPr>
        <p:blipFill rotWithShape="1">
          <a:blip r:embed="rId10">
            <a:alphaModFix/>
          </a:blip>
          <a:srcRect t="2723" b="2723"/>
          <a:stretch/>
        </p:blipFill>
        <p:spPr>
          <a:xfrm>
            <a:off x="6435363" y="4656705"/>
            <a:ext cx="217200" cy="205362"/>
          </a:xfrm>
          <a:prstGeom prst="rect">
            <a:avLst/>
          </a:prstGeom>
          <a:noFill/>
          <a:ln>
            <a:noFill/>
          </a:ln>
        </p:spPr>
      </p:pic>
      <p:sp>
        <p:nvSpPr>
          <p:cNvPr id="970" name="Google Shape;970;p37"/>
          <p:cNvSpPr/>
          <p:nvPr/>
        </p:nvSpPr>
        <p:spPr>
          <a:xfrm>
            <a:off x="1409986"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Rectangle 70">
            <a:extLst>
              <a:ext uri="{FF2B5EF4-FFF2-40B4-BE49-F238E27FC236}">
                <a16:creationId xmlns:a16="http://schemas.microsoft.com/office/drawing/2014/main" id="{94E8741D-B543-416A-A372-749DC2337E7C}"/>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72" name="Group 71">
            <a:extLst>
              <a:ext uri="{FF2B5EF4-FFF2-40B4-BE49-F238E27FC236}">
                <a16:creationId xmlns:a16="http://schemas.microsoft.com/office/drawing/2014/main" id="{C6B10816-9D21-4D08-AF54-978C9C3C82C3}"/>
              </a:ext>
            </a:extLst>
          </p:cNvPr>
          <p:cNvGrpSpPr/>
          <p:nvPr/>
        </p:nvGrpSpPr>
        <p:grpSpPr>
          <a:xfrm>
            <a:off x="4220731" y="4588783"/>
            <a:ext cx="789238" cy="411222"/>
            <a:chOff x="5650400" y="6231232"/>
            <a:chExt cx="789238" cy="484094"/>
          </a:xfrm>
        </p:grpSpPr>
        <p:sp>
          <p:nvSpPr>
            <p:cNvPr id="73" name="Oval 72">
              <a:extLst>
                <a:ext uri="{FF2B5EF4-FFF2-40B4-BE49-F238E27FC236}">
                  <a16:creationId xmlns:a16="http://schemas.microsoft.com/office/drawing/2014/main" id="{BA461258-F84D-45F9-9749-7F4E7570025A}"/>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4" name="Slide Number Placeholder 2">
              <a:extLst>
                <a:ext uri="{FF2B5EF4-FFF2-40B4-BE49-F238E27FC236}">
                  <a16:creationId xmlns:a16="http://schemas.microsoft.com/office/drawing/2014/main" id="{093C862B-4BCD-49F6-BF45-49D4FC1EA3A6}"/>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5</a:t>
              </a:r>
              <a:endParaRPr lang="fr-FR" sz="2000" b="1" dirty="0">
                <a:cs typeface="Arial" panose="020B0604020202020204" pitchFamily="34" charset="0"/>
              </a:endParaRPr>
            </a:p>
          </p:txBody>
        </p:sp>
      </p:grpSp>
      <p:sp>
        <p:nvSpPr>
          <p:cNvPr id="81" name="Google Shape;910;p37">
            <a:extLst>
              <a:ext uri="{FF2B5EF4-FFF2-40B4-BE49-F238E27FC236}">
                <a16:creationId xmlns:a16="http://schemas.microsoft.com/office/drawing/2014/main" id="{3B21AC57-0475-4140-B2E5-A84B2E90D1E1}"/>
              </a:ext>
            </a:extLst>
          </p:cNvPr>
          <p:cNvSpPr txBox="1">
            <a:spLocks noGrp="1"/>
          </p:cNvSpPr>
          <p:nvPr>
            <p:ph type="title"/>
          </p:nvPr>
        </p:nvSpPr>
        <p:spPr>
          <a:xfrm>
            <a:off x="666663" y="296011"/>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Conception</a:t>
            </a:r>
            <a:endParaRPr dirty="0"/>
          </a:p>
        </p:txBody>
      </p:sp>
      <p:sp>
        <p:nvSpPr>
          <p:cNvPr id="84" name="Google Shape;537;p33">
            <a:extLst>
              <a:ext uri="{FF2B5EF4-FFF2-40B4-BE49-F238E27FC236}">
                <a16:creationId xmlns:a16="http://schemas.microsoft.com/office/drawing/2014/main" id="{27B5DA3B-3040-4A95-8996-DDDF35386BA1}"/>
              </a:ext>
            </a:extLst>
          </p:cNvPr>
          <p:cNvSpPr/>
          <p:nvPr/>
        </p:nvSpPr>
        <p:spPr>
          <a:xfrm>
            <a:off x="488523" y="289281"/>
            <a:ext cx="2108400" cy="696786"/>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1600" dirty="0">
                <a:solidFill>
                  <a:schemeClr val="lt2"/>
                </a:solidFill>
                <a:latin typeface="Poppins ExtraBold"/>
                <a:ea typeface="Poppins ExtraBold"/>
                <a:cs typeface="Poppins ExtraBold"/>
                <a:sym typeface="Poppins ExtraBold"/>
              </a:rPr>
              <a:t>Diagramme de cas d’utilisation</a:t>
            </a:r>
            <a:endParaRPr sz="1600" dirty="0">
              <a:solidFill>
                <a:schemeClr val="lt2"/>
              </a:solidFill>
              <a:latin typeface="Poppins ExtraBold"/>
              <a:ea typeface="Poppins ExtraBold"/>
              <a:cs typeface="Poppins ExtraBold"/>
              <a:sym typeface="Poppins ExtraBold"/>
            </a:endParaRPr>
          </a:p>
        </p:txBody>
      </p:sp>
      <p:pic>
        <p:nvPicPr>
          <p:cNvPr id="3" name="Image 2">
            <a:extLst>
              <a:ext uri="{FF2B5EF4-FFF2-40B4-BE49-F238E27FC236}">
                <a16:creationId xmlns:a16="http://schemas.microsoft.com/office/drawing/2014/main" id="{90CD274F-8FCA-4A7E-8623-0470D917E82C}"/>
              </a:ext>
            </a:extLst>
          </p:cNvPr>
          <p:cNvPicPr>
            <a:picLocks noChangeAspect="1"/>
          </p:cNvPicPr>
          <p:nvPr/>
        </p:nvPicPr>
        <p:blipFill>
          <a:blip r:embed="rId11"/>
          <a:stretch>
            <a:fillRect/>
          </a:stretch>
        </p:blipFill>
        <p:spPr>
          <a:xfrm>
            <a:off x="488523" y="1006589"/>
            <a:ext cx="8034460" cy="359392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ppt_x"/>
                                          </p:val>
                                        </p:tav>
                                        <p:tav tm="100000">
                                          <p:val>
                                            <p:strVal val="#ppt_x"/>
                                          </p:val>
                                        </p:tav>
                                      </p:tavLst>
                                    </p:anim>
                                    <p:anim calcmode="lin" valueType="num">
                                      <p:cBhvr additive="base">
                                        <p:cTn id="8"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2">
          <a:extLst>
            <a:ext uri="{FF2B5EF4-FFF2-40B4-BE49-F238E27FC236}">
              <a16:creationId xmlns:a16="http://schemas.microsoft.com/office/drawing/2014/main" id="{F65FC652-EB2C-D598-150B-5F8ABD4B99EF}"/>
            </a:ext>
          </a:extLst>
        </p:cNvPr>
        <p:cNvGrpSpPr/>
        <p:nvPr/>
      </p:nvGrpSpPr>
      <p:grpSpPr>
        <a:xfrm>
          <a:off x="0" y="0"/>
          <a:ext cx="0" cy="0"/>
          <a:chOff x="0" y="0"/>
          <a:chExt cx="0" cy="0"/>
        </a:xfrm>
      </p:grpSpPr>
      <p:grpSp>
        <p:nvGrpSpPr>
          <p:cNvPr id="928" name="Google Shape;928;p37">
            <a:extLst>
              <a:ext uri="{FF2B5EF4-FFF2-40B4-BE49-F238E27FC236}">
                <a16:creationId xmlns:a16="http://schemas.microsoft.com/office/drawing/2014/main" id="{45DB44E3-9E15-E26F-852D-23B2E4452020}"/>
              </a:ext>
            </a:extLst>
          </p:cNvPr>
          <p:cNvGrpSpPr/>
          <p:nvPr/>
        </p:nvGrpSpPr>
        <p:grpSpPr>
          <a:xfrm>
            <a:off x="101721" y="4505825"/>
            <a:ext cx="8940558" cy="84600"/>
            <a:chOff x="155346" y="4358775"/>
            <a:chExt cx="8934304" cy="84600"/>
          </a:xfrm>
        </p:grpSpPr>
        <p:cxnSp>
          <p:nvCxnSpPr>
            <p:cNvPr id="929" name="Google Shape;929;p37">
              <a:extLst>
                <a:ext uri="{FF2B5EF4-FFF2-40B4-BE49-F238E27FC236}">
                  <a16:creationId xmlns:a16="http://schemas.microsoft.com/office/drawing/2014/main" id="{58293F5C-E009-5F3C-E30C-9A5C5BF13904}"/>
                </a:ext>
              </a:extLst>
            </p:cNvPr>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930" name="Google Shape;930;p37">
              <a:extLst>
                <a:ext uri="{FF2B5EF4-FFF2-40B4-BE49-F238E27FC236}">
                  <a16:creationId xmlns:a16="http://schemas.microsoft.com/office/drawing/2014/main" id="{5EA0FC8F-D8DC-8C8D-74B1-84A6A424F4AF}"/>
                </a:ext>
              </a:extLst>
            </p:cNvPr>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9" name="Google Shape;939;p37">
            <a:extLst>
              <a:ext uri="{FF2B5EF4-FFF2-40B4-BE49-F238E27FC236}">
                <a16:creationId xmlns:a16="http://schemas.microsoft.com/office/drawing/2014/main" id="{0CB729B6-7517-79B0-6FC9-02213C6B6E7C}"/>
              </a:ext>
            </a:extLst>
          </p:cNvPr>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940" name="Google Shape;940;p37">
            <a:hlinkClick r:id="rId3" action="ppaction://hlinksldjump"/>
            <a:extLst>
              <a:ext uri="{FF2B5EF4-FFF2-40B4-BE49-F238E27FC236}">
                <a16:creationId xmlns:a16="http://schemas.microsoft.com/office/drawing/2014/main" id="{25AB4C4C-EE40-8350-4B4B-119F0505FF9C}"/>
              </a:ext>
            </a:extLst>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941" name="Google Shape;941;p37">
            <a:hlinkClick r:id="rId4" action="ppaction://hlinksldjump"/>
            <a:extLst>
              <a:ext uri="{FF2B5EF4-FFF2-40B4-BE49-F238E27FC236}">
                <a16:creationId xmlns:a16="http://schemas.microsoft.com/office/drawing/2014/main" id="{15B15538-B7DB-DBF9-3487-0A2FAFD204AD}"/>
              </a:ext>
            </a:extLst>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Wed</a:t>
            </a:r>
            <a:endParaRPr sz="1800" b="1">
              <a:solidFill>
                <a:schemeClr val="accent1"/>
              </a:solidFill>
              <a:latin typeface="Poppins"/>
              <a:ea typeface="Poppins"/>
              <a:cs typeface="Poppins"/>
              <a:sym typeface="Poppins"/>
            </a:endParaRPr>
          </a:p>
        </p:txBody>
      </p:sp>
      <p:sp>
        <p:nvSpPr>
          <p:cNvPr id="942" name="Google Shape;942;p37">
            <a:hlinkClick r:id="" action="ppaction://noaction"/>
            <a:extLst>
              <a:ext uri="{FF2B5EF4-FFF2-40B4-BE49-F238E27FC236}">
                <a16:creationId xmlns:a16="http://schemas.microsoft.com/office/drawing/2014/main" id="{BF717413-708D-6E9B-6D14-535D745FD13C}"/>
              </a:ext>
            </a:extLst>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943" name="Google Shape;943;p37">
            <a:hlinkClick r:id="" action="ppaction://noaction"/>
            <a:extLst>
              <a:ext uri="{FF2B5EF4-FFF2-40B4-BE49-F238E27FC236}">
                <a16:creationId xmlns:a16="http://schemas.microsoft.com/office/drawing/2014/main" id="{73B04B03-AC9E-F079-E57F-688E0DA83E10}"/>
              </a:ext>
            </a:extLst>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944" name="Google Shape;944;p37">
            <a:hlinkClick r:id="rId5" action="ppaction://hlinksldjump"/>
            <a:extLst>
              <a:ext uri="{FF2B5EF4-FFF2-40B4-BE49-F238E27FC236}">
                <a16:creationId xmlns:a16="http://schemas.microsoft.com/office/drawing/2014/main" id="{5C6A56BE-1B3B-B6B2-C060-757A70DC15B6}"/>
              </a:ext>
            </a:extLst>
          </p:cNvPr>
          <p:cNvSpPr txBox="1"/>
          <p:nvPr/>
        </p:nvSpPr>
        <p:spPr>
          <a:xfrm>
            <a:off x="62101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5" name="Google Shape;945;p37">
            <a:hlinkClick r:id="rId5" action="ppaction://hlinksldjump"/>
            <a:extLst>
              <a:ext uri="{FF2B5EF4-FFF2-40B4-BE49-F238E27FC236}">
                <a16:creationId xmlns:a16="http://schemas.microsoft.com/office/drawing/2014/main" id="{C24ABE6D-B921-1360-0751-47EAEA983034}"/>
              </a:ext>
            </a:extLst>
          </p:cNvPr>
          <p:cNvPicPr preferRelativeResize="0"/>
          <p:nvPr/>
        </p:nvPicPr>
        <p:blipFill rotWithShape="1">
          <a:blip r:embed="rId6">
            <a:alphaModFix/>
          </a:blip>
          <a:srcRect/>
          <a:stretch/>
        </p:blipFill>
        <p:spPr>
          <a:xfrm>
            <a:off x="881657" y="4626989"/>
            <a:ext cx="274320" cy="274320"/>
          </a:xfrm>
          <a:prstGeom prst="rect">
            <a:avLst/>
          </a:prstGeom>
          <a:noFill/>
          <a:ln>
            <a:noFill/>
          </a:ln>
        </p:spPr>
      </p:pic>
      <p:sp>
        <p:nvSpPr>
          <p:cNvPr id="946" name="Google Shape;946;p37">
            <a:extLst>
              <a:ext uri="{FF2B5EF4-FFF2-40B4-BE49-F238E27FC236}">
                <a16:creationId xmlns:a16="http://schemas.microsoft.com/office/drawing/2014/main" id="{9AD457AA-EF46-54E8-3293-80D8D9C3DFAC}"/>
              </a:ext>
            </a:extLst>
          </p:cNvPr>
          <p:cNvSpPr txBox="1"/>
          <p:nvPr/>
        </p:nvSpPr>
        <p:spPr>
          <a:xfrm>
            <a:off x="1409473" y="4498986"/>
            <a:ext cx="7968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2"/>
                </a:solidFill>
                <a:latin typeface="Poppins"/>
                <a:ea typeface="Poppins"/>
                <a:cs typeface="Poppins"/>
                <a:sym typeface="Poppins"/>
              </a:rPr>
              <a:t>Mon</a:t>
            </a:r>
            <a:endParaRPr sz="1800" b="1">
              <a:solidFill>
                <a:schemeClr val="accent2"/>
              </a:solidFill>
              <a:latin typeface="Poppins"/>
              <a:ea typeface="Poppins"/>
              <a:cs typeface="Poppins"/>
              <a:sym typeface="Poppins"/>
            </a:endParaRPr>
          </a:p>
        </p:txBody>
      </p:sp>
      <p:sp>
        <p:nvSpPr>
          <p:cNvPr id="947" name="Google Shape;947;p37">
            <a:hlinkClick r:id="" action="ppaction://noaction"/>
            <a:extLst>
              <a:ext uri="{FF2B5EF4-FFF2-40B4-BE49-F238E27FC236}">
                <a16:creationId xmlns:a16="http://schemas.microsoft.com/office/drawing/2014/main" id="{C84853C9-0C00-37D9-D165-84DF1FBEA060}"/>
              </a:ext>
            </a:extLst>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8" name="Google Shape;948;p37">
            <a:hlinkClick r:id="" action="ppaction://noaction"/>
            <a:extLst>
              <a:ext uri="{FF2B5EF4-FFF2-40B4-BE49-F238E27FC236}">
                <a16:creationId xmlns:a16="http://schemas.microsoft.com/office/drawing/2014/main" id="{0DEAFA2F-2C03-834F-6FE9-4C59A16EED24}"/>
              </a:ext>
            </a:extLst>
          </p:cNvPr>
          <p:cNvPicPr preferRelativeResize="0"/>
          <p:nvPr/>
        </p:nvPicPr>
        <p:blipFill>
          <a:blip r:embed="rId7">
            <a:alphaModFix/>
          </a:blip>
          <a:stretch>
            <a:fillRect/>
          </a:stretch>
        </p:blipFill>
        <p:spPr>
          <a:xfrm>
            <a:off x="5572688" y="4588783"/>
            <a:ext cx="360876" cy="341206"/>
          </a:xfrm>
          <a:prstGeom prst="rect">
            <a:avLst/>
          </a:prstGeom>
          <a:noFill/>
          <a:ln>
            <a:noFill/>
          </a:ln>
        </p:spPr>
      </p:pic>
      <p:sp>
        <p:nvSpPr>
          <p:cNvPr id="949" name="Google Shape;949;p37">
            <a:hlinkClick r:id="rId4" action="ppaction://hlinksldjump"/>
            <a:extLst>
              <a:ext uri="{FF2B5EF4-FFF2-40B4-BE49-F238E27FC236}">
                <a16:creationId xmlns:a16="http://schemas.microsoft.com/office/drawing/2014/main" id="{8F5A45DE-B692-AF3A-3780-9C8EC3B0058A}"/>
              </a:ext>
            </a:extLst>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0" name="Google Shape;950;p37">
            <a:hlinkClick r:id="rId4" action="ppaction://hlinksldjump"/>
            <a:extLst>
              <a:ext uri="{FF2B5EF4-FFF2-40B4-BE49-F238E27FC236}">
                <a16:creationId xmlns:a16="http://schemas.microsoft.com/office/drawing/2014/main" id="{5C05E54A-EB41-AE2C-23AF-929A3050F344}"/>
              </a:ext>
            </a:extLst>
          </p:cNvPr>
          <p:cNvPicPr preferRelativeResize="0"/>
          <p:nvPr/>
        </p:nvPicPr>
        <p:blipFill rotWithShape="1">
          <a:blip r:embed="rId8">
            <a:alphaModFix/>
          </a:blip>
          <a:srcRect t="2723" b="2723"/>
          <a:stretch/>
        </p:blipFill>
        <p:spPr>
          <a:xfrm>
            <a:off x="7225973" y="4656705"/>
            <a:ext cx="217200" cy="205362"/>
          </a:xfrm>
          <a:prstGeom prst="rect">
            <a:avLst/>
          </a:prstGeom>
          <a:noFill/>
          <a:ln>
            <a:noFill/>
          </a:ln>
        </p:spPr>
      </p:pic>
      <p:sp>
        <p:nvSpPr>
          <p:cNvPr id="951" name="Google Shape;951;p37">
            <a:hlinkClick r:id="" action="ppaction://noaction"/>
            <a:extLst>
              <a:ext uri="{FF2B5EF4-FFF2-40B4-BE49-F238E27FC236}">
                <a16:creationId xmlns:a16="http://schemas.microsoft.com/office/drawing/2014/main" id="{80F690FC-5A59-8B51-FA72-5C8E127CD14F}"/>
              </a:ext>
            </a:extLst>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2" name="Google Shape;952;p37">
            <a:hlinkClick r:id="" action="ppaction://noaction"/>
            <a:extLst>
              <a:ext uri="{FF2B5EF4-FFF2-40B4-BE49-F238E27FC236}">
                <a16:creationId xmlns:a16="http://schemas.microsoft.com/office/drawing/2014/main" id="{9B3C410E-2656-7D40-0817-28818F802F94}"/>
              </a:ext>
            </a:extLst>
          </p:cNvPr>
          <p:cNvPicPr preferRelativeResize="0"/>
          <p:nvPr/>
        </p:nvPicPr>
        <p:blipFill rotWithShape="1">
          <a:blip r:embed="rId9">
            <a:alphaModFix/>
          </a:blip>
          <a:srcRect t="2723" b="2723"/>
          <a:stretch/>
        </p:blipFill>
        <p:spPr>
          <a:xfrm>
            <a:off x="8016583" y="4656705"/>
            <a:ext cx="217200" cy="205362"/>
          </a:xfrm>
          <a:prstGeom prst="rect">
            <a:avLst/>
          </a:prstGeom>
          <a:noFill/>
          <a:ln>
            <a:noFill/>
          </a:ln>
        </p:spPr>
      </p:pic>
      <p:sp>
        <p:nvSpPr>
          <p:cNvPr id="953" name="Google Shape;953;p37">
            <a:hlinkClick r:id="" action="ppaction://noaction"/>
            <a:extLst>
              <a:ext uri="{FF2B5EF4-FFF2-40B4-BE49-F238E27FC236}">
                <a16:creationId xmlns:a16="http://schemas.microsoft.com/office/drawing/2014/main" id="{35DA4F99-1F50-52D7-D4D9-D34D3E044E3C}"/>
              </a:ext>
            </a:extLst>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4" name="Google Shape;954;p37">
            <a:hlinkClick r:id="" action="ppaction://noaction"/>
            <a:extLst>
              <a:ext uri="{FF2B5EF4-FFF2-40B4-BE49-F238E27FC236}">
                <a16:creationId xmlns:a16="http://schemas.microsoft.com/office/drawing/2014/main" id="{D9BC2D7F-F148-FB69-B4D9-90D75F8DDB41}"/>
              </a:ext>
            </a:extLst>
          </p:cNvPr>
          <p:cNvPicPr preferRelativeResize="0"/>
          <p:nvPr/>
        </p:nvPicPr>
        <p:blipFill rotWithShape="1">
          <a:blip r:embed="rId10">
            <a:alphaModFix/>
          </a:blip>
          <a:srcRect t="2723" b="2723"/>
          <a:stretch/>
        </p:blipFill>
        <p:spPr>
          <a:xfrm>
            <a:off x="6435363" y="4656705"/>
            <a:ext cx="217200" cy="205362"/>
          </a:xfrm>
          <a:prstGeom prst="rect">
            <a:avLst/>
          </a:prstGeom>
          <a:noFill/>
          <a:ln>
            <a:noFill/>
          </a:ln>
        </p:spPr>
      </p:pic>
      <p:sp>
        <p:nvSpPr>
          <p:cNvPr id="970" name="Google Shape;970;p37">
            <a:extLst>
              <a:ext uri="{FF2B5EF4-FFF2-40B4-BE49-F238E27FC236}">
                <a16:creationId xmlns:a16="http://schemas.microsoft.com/office/drawing/2014/main" id="{31E98218-918F-376F-4836-33304F9E6F36}"/>
              </a:ext>
            </a:extLst>
          </p:cNvPr>
          <p:cNvSpPr/>
          <p:nvPr/>
        </p:nvSpPr>
        <p:spPr>
          <a:xfrm>
            <a:off x="1409986"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Rectangle 70">
            <a:extLst>
              <a:ext uri="{FF2B5EF4-FFF2-40B4-BE49-F238E27FC236}">
                <a16:creationId xmlns:a16="http://schemas.microsoft.com/office/drawing/2014/main" id="{5CE2F152-C7C3-CB7F-A345-A664BE8B85BB}"/>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72" name="Group 71">
            <a:extLst>
              <a:ext uri="{FF2B5EF4-FFF2-40B4-BE49-F238E27FC236}">
                <a16:creationId xmlns:a16="http://schemas.microsoft.com/office/drawing/2014/main" id="{630E256C-F19A-D8B1-16D3-B67B7040B7D4}"/>
              </a:ext>
            </a:extLst>
          </p:cNvPr>
          <p:cNvGrpSpPr/>
          <p:nvPr/>
        </p:nvGrpSpPr>
        <p:grpSpPr>
          <a:xfrm>
            <a:off x="4220731" y="4588783"/>
            <a:ext cx="789238" cy="411222"/>
            <a:chOff x="5650400" y="6231232"/>
            <a:chExt cx="789238" cy="484094"/>
          </a:xfrm>
        </p:grpSpPr>
        <p:sp>
          <p:nvSpPr>
            <p:cNvPr id="73" name="Oval 72">
              <a:extLst>
                <a:ext uri="{FF2B5EF4-FFF2-40B4-BE49-F238E27FC236}">
                  <a16:creationId xmlns:a16="http://schemas.microsoft.com/office/drawing/2014/main" id="{EDF4EA6A-252E-4F33-C134-721889406C7D}"/>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4" name="Slide Number Placeholder 2">
              <a:extLst>
                <a:ext uri="{FF2B5EF4-FFF2-40B4-BE49-F238E27FC236}">
                  <a16:creationId xmlns:a16="http://schemas.microsoft.com/office/drawing/2014/main" id="{F341FFC1-E6F4-19D6-A8A9-61A789F7A05F}"/>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6</a:t>
              </a:r>
              <a:endParaRPr lang="fr-FR" sz="2000" b="1" dirty="0">
                <a:cs typeface="Arial" panose="020B0604020202020204" pitchFamily="34" charset="0"/>
              </a:endParaRPr>
            </a:p>
          </p:txBody>
        </p:sp>
      </p:grpSp>
      <p:sp>
        <p:nvSpPr>
          <p:cNvPr id="81" name="Google Shape;910;p37">
            <a:extLst>
              <a:ext uri="{FF2B5EF4-FFF2-40B4-BE49-F238E27FC236}">
                <a16:creationId xmlns:a16="http://schemas.microsoft.com/office/drawing/2014/main" id="{162F1FFF-37AF-D376-DB0D-50BDDCC04CD4}"/>
              </a:ext>
            </a:extLst>
          </p:cNvPr>
          <p:cNvSpPr txBox="1">
            <a:spLocks noGrp="1"/>
          </p:cNvSpPr>
          <p:nvPr>
            <p:ph type="title"/>
          </p:nvPr>
        </p:nvSpPr>
        <p:spPr>
          <a:xfrm>
            <a:off x="666663" y="296011"/>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Conception</a:t>
            </a:r>
            <a:endParaRPr dirty="0"/>
          </a:p>
        </p:txBody>
      </p:sp>
      <p:sp>
        <p:nvSpPr>
          <p:cNvPr id="84" name="Google Shape;537;p33">
            <a:extLst>
              <a:ext uri="{FF2B5EF4-FFF2-40B4-BE49-F238E27FC236}">
                <a16:creationId xmlns:a16="http://schemas.microsoft.com/office/drawing/2014/main" id="{CE8D5F78-95B8-6CE0-F0D6-D1A611EDFA22}"/>
              </a:ext>
            </a:extLst>
          </p:cNvPr>
          <p:cNvSpPr/>
          <p:nvPr/>
        </p:nvSpPr>
        <p:spPr>
          <a:xfrm>
            <a:off x="488523" y="485471"/>
            <a:ext cx="2108400" cy="696786"/>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1600" dirty="0">
                <a:solidFill>
                  <a:schemeClr val="lt2"/>
                </a:solidFill>
                <a:latin typeface="Poppins ExtraBold"/>
                <a:ea typeface="Poppins ExtraBold"/>
                <a:cs typeface="Poppins ExtraBold"/>
                <a:sym typeface="Poppins ExtraBold"/>
              </a:rPr>
              <a:t>Diagramme de Séquence</a:t>
            </a:r>
            <a:endParaRPr sz="1600" dirty="0">
              <a:solidFill>
                <a:schemeClr val="lt2"/>
              </a:solidFill>
              <a:latin typeface="Poppins ExtraBold"/>
              <a:ea typeface="Poppins ExtraBold"/>
              <a:cs typeface="Poppins ExtraBold"/>
              <a:sym typeface="Poppins ExtraBold"/>
            </a:endParaRPr>
          </a:p>
        </p:txBody>
      </p:sp>
      <p:pic>
        <p:nvPicPr>
          <p:cNvPr id="3" name="Image 2">
            <a:extLst>
              <a:ext uri="{FF2B5EF4-FFF2-40B4-BE49-F238E27FC236}">
                <a16:creationId xmlns:a16="http://schemas.microsoft.com/office/drawing/2014/main" id="{40685F97-BF06-4BB2-BAC7-9A1695F4109A}"/>
              </a:ext>
            </a:extLst>
          </p:cNvPr>
          <p:cNvPicPr>
            <a:picLocks noChangeAspect="1"/>
          </p:cNvPicPr>
          <p:nvPr/>
        </p:nvPicPr>
        <p:blipFill>
          <a:blip r:embed="rId11"/>
          <a:stretch>
            <a:fillRect/>
          </a:stretch>
        </p:blipFill>
        <p:spPr>
          <a:xfrm>
            <a:off x="0" y="1182257"/>
            <a:ext cx="9144000" cy="3424952"/>
          </a:xfrm>
          <a:prstGeom prst="rect">
            <a:avLst/>
          </a:prstGeom>
        </p:spPr>
      </p:pic>
    </p:spTree>
    <p:extLst>
      <p:ext uri="{BB962C8B-B14F-4D97-AF65-F5344CB8AC3E}">
        <p14:creationId xmlns:p14="http://schemas.microsoft.com/office/powerpoint/2010/main" val="1464626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additive="base">
                                        <p:cTn id="7" dur="500" fill="hold"/>
                                        <p:tgtEl>
                                          <p:spTgt spid="84"/>
                                        </p:tgtEl>
                                        <p:attrNameLst>
                                          <p:attrName>ppt_x</p:attrName>
                                        </p:attrNameLst>
                                      </p:cBhvr>
                                      <p:tavLst>
                                        <p:tav tm="0">
                                          <p:val>
                                            <p:strVal val="#ppt_x"/>
                                          </p:val>
                                        </p:tav>
                                        <p:tav tm="100000">
                                          <p:val>
                                            <p:strVal val="#ppt_x"/>
                                          </p:val>
                                        </p:tav>
                                      </p:tavLst>
                                    </p:anim>
                                    <p:anim calcmode="lin" valueType="num">
                                      <p:cBhvr additive="base">
                                        <p:cTn id="8"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02">
          <a:extLst>
            <a:ext uri="{FF2B5EF4-FFF2-40B4-BE49-F238E27FC236}">
              <a16:creationId xmlns:a16="http://schemas.microsoft.com/office/drawing/2014/main" id="{F65FC652-EB2C-D598-150B-5F8ABD4B99EF}"/>
            </a:ext>
          </a:extLst>
        </p:cNvPr>
        <p:cNvGrpSpPr/>
        <p:nvPr/>
      </p:nvGrpSpPr>
      <p:grpSpPr>
        <a:xfrm>
          <a:off x="0" y="0"/>
          <a:ext cx="0" cy="0"/>
          <a:chOff x="0" y="0"/>
          <a:chExt cx="0" cy="0"/>
        </a:xfrm>
      </p:grpSpPr>
      <p:grpSp>
        <p:nvGrpSpPr>
          <p:cNvPr id="928" name="Google Shape;928;p37">
            <a:extLst>
              <a:ext uri="{FF2B5EF4-FFF2-40B4-BE49-F238E27FC236}">
                <a16:creationId xmlns:a16="http://schemas.microsoft.com/office/drawing/2014/main" id="{45DB44E3-9E15-E26F-852D-23B2E4452020}"/>
              </a:ext>
            </a:extLst>
          </p:cNvPr>
          <p:cNvGrpSpPr/>
          <p:nvPr/>
        </p:nvGrpSpPr>
        <p:grpSpPr>
          <a:xfrm>
            <a:off x="101721" y="4505825"/>
            <a:ext cx="8940558" cy="84600"/>
            <a:chOff x="155346" y="4358775"/>
            <a:chExt cx="8934304" cy="84600"/>
          </a:xfrm>
        </p:grpSpPr>
        <p:cxnSp>
          <p:nvCxnSpPr>
            <p:cNvPr id="929" name="Google Shape;929;p37">
              <a:extLst>
                <a:ext uri="{FF2B5EF4-FFF2-40B4-BE49-F238E27FC236}">
                  <a16:creationId xmlns:a16="http://schemas.microsoft.com/office/drawing/2014/main" id="{58293F5C-E009-5F3C-E30C-9A5C5BF13904}"/>
                </a:ext>
              </a:extLst>
            </p:cNvPr>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930" name="Google Shape;930;p37">
              <a:extLst>
                <a:ext uri="{FF2B5EF4-FFF2-40B4-BE49-F238E27FC236}">
                  <a16:creationId xmlns:a16="http://schemas.microsoft.com/office/drawing/2014/main" id="{5EA0FC8F-D8DC-8C8D-74B1-84A6A424F4AF}"/>
                </a:ext>
              </a:extLst>
            </p:cNvPr>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9" name="Google Shape;939;p37">
            <a:extLst>
              <a:ext uri="{FF2B5EF4-FFF2-40B4-BE49-F238E27FC236}">
                <a16:creationId xmlns:a16="http://schemas.microsoft.com/office/drawing/2014/main" id="{0CB729B6-7517-79B0-6FC9-02213C6B6E7C}"/>
              </a:ext>
            </a:extLst>
          </p:cNvPr>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940" name="Google Shape;940;p37">
            <a:hlinkClick r:id="rId3" action="ppaction://hlinksldjump"/>
            <a:extLst>
              <a:ext uri="{FF2B5EF4-FFF2-40B4-BE49-F238E27FC236}">
                <a16:creationId xmlns:a16="http://schemas.microsoft.com/office/drawing/2014/main" id="{25AB4C4C-EE40-8350-4B4B-119F0505FF9C}"/>
              </a:ext>
            </a:extLst>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941" name="Google Shape;941;p37">
            <a:hlinkClick r:id="rId4" action="ppaction://hlinksldjump"/>
            <a:extLst>
              <a:ext uri="{FF2B5EF4-FFF2-40B4-BE49-F238E27FC236}">
                <a16:creationId xmlns:a16="http://schemas.microsoft.com/office/drawing/2014/main" id="{15B15538-B7DB-DBF9-3487-0A2FAFD204AD}"/>
              </a:ext>
            </a:extLst>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Wed</a:t>
            </a:r>
            <a:endParaRPr sz="1800" b="1">
              <a:solidFill>
                <a:schemeClr val="accent1"/>
              </a:solidFill>
              <a:latin typeface="Poppins"/>
              <a:ea typeface="Poppins"/>
              <a:cs typeface="Poppins"/>
              <a:sym typeface="Poppins"/>
            </a:endParaRPr>
          </a:p>
        </p:txBody>
      </p:sp>
      <p:sp>
        <p:nvSpPr>
          <p:cNvPr id="942" name="Google Shape;942;p37">
            <a:hlinkClick r:id="" action="ppaction://noaction"/>
            <a:extLst>
              <a:ext uri="{FF2B5EF4-FFF2-40B4-BE49-F238E27FC236}">
                <a16:creationId xmlns:a16="http://schemas.microsoft.com/office/drawing/2014/main" id="{BF717413-708D-6E9B-6D14-535D745FD13C}"/>
              </a:ext>
            </a:extLst>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943" name="Google Shape;943;p37">
            <a:hlinkClick r:id="" action="ppaction://noaction"/>
            <a:extLst>
              <a:ext uri="{FF2B5EF4-FFF2-40B4-BE49-F238E27FC236}">
                <a16:creationId xmlns:a16="http://schemas.microsoft.com/office/drawing/2014/main" id="{73B04B03-AC9E-F079-E57F-688E0DA83E10}"/>
              </a:ext>
            </a:extLst>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944" name="Google Shape;944;p37">
            <a:hlinkClick r:id="rId5" action="ppaction://hlinksldjump"/>
            <a:extLst>
              <a:ext uri="{FF2B5EF4-FFF2-40B4-BE49-F238E27FC236}">
                <a16:creationId xmlns:a16="http://schemas.microsoft.com/office/drawing/2014/main" id="{5C6A56BE-1B3B-B6B2-C060-757A70DC15B6}"/>
              </a:ext>
            </a:extLst>
          </p:cNvPr>
          <p:cNvSpPr txBox="1"/>
          <p:nvPr/>
        </p:nvSpPr>
        <p:spPr>
          <a:xfrm>
            <a:off x="62101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5" name="Google Shape;945;p37">
            <a:hlinkClick r:id="rId5" action="ppaction://hlinksldjump"/>
            <a:extLst>
              <a:ext uri="{FF2B5EF4-FFF2-40B4-BE49-F238E27FC236}">
                <a16:creationId xmlns:a16="http://schemas.microsoft.com/office/drawing/2014/main" id="{C24ABE6D-B921-1360-0751-47EAEA983034}"/>
              </a:ext>
            </a:extLst>
          </p:cNvPr>
          <p:cNvPicPr preferRelativeResize="0"/>
          <p:nvPr/>
        </p:nvPicPr>
        <p:blipFill rotWithShape="1">
          <a:blip r:embed="rId6">
            <a:alphaModFix/>
          </a:blip>
          <a:srcRect/>
          <a:stretch/>
        </p:blipFill>
        <p:spPr>
          <a:xfrm>
            <a:off x="881657" y="4626989"/>
            <a:ext cx="274320" cy="274320"/>
          </a:xfrm>
          <a:prstGeom prst="rect">
            <a:avLst/>
          </a:prstGeom>
          <a:noFill/>
          <a:ln>
            <a:noFill/>
          </a:ln>
        </p:spPr>
      </p:pic>
      <p:sp>
        <p:nvSpPr>
          <p:cNvPr id="946" name="Google Shape;946;p37">
            <a:extLst>
              <a:ext uri="{FF2B5EF4-FFF2-40B4-BE49-F238E27FC236}">
                <a16:creationId xmlns:a16="http://schemas.microsoft.com/office/drawing/2014/main" id="{9AD457AA-EF46-54E8-3293-80D8D9C3DFAC}"/>
              </a:ext>
            </a:extLst>
          </p:cNvPr>
          <p:cNvSpPr txBox="1"/>
          <p:nvPr/>
        </p:nvSpPr>
        <p:spPr>
          <a:xfrm>
            <a:off x="1409473" y="4498986"/>
            <a:ext cx="7968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2"/>
                </a:solidFill>
                <a:latin typeface="Poppins"/>
                <a:ea typeface="Poppins"/>
                <a:cs typeface="Poppins"/>
                <a:sym typeface="Poppins"/>
              </a:rPr>
              <a:t>Mon</a:t>
            </a:r>
            <a:endParaRPr sz="1800" b="1">
              <a:solidFill>
                <a:schemeClr val="accent2"/>
              </a:solidFill>
              <a:latin typeface="Poppins"/>
              <a:ea typeface="Poppins"/>
              <a:cs typeface="Poppins"/>
              <a:sym typeface="Poppins"/>
            </a:endParaRPr>
          </a:p>
        </p:txBody>
      </p:sp>
      <p:sp>
        <p:nvSpPr>
          <p:cNvPr id="947" name="Google Shape;947;p37">
            <a:hlinkClick r:id="" action="ppaction://noaction"/>
            <a:extLst>
              <a:ext uri="{FF2B5EF4-FFF2-40B4-BE49-F238E27FC236}">
                <a16:creationId xmlns:a16="http://schemas.microsoft.com/office/drawing/2014/main" id="{C84853C9-0C00-37D9-D165-84DF1FBEA060}"/>
              </a:ext>
            </a:extLst>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8" name="Google Shape;948;p37">
            <a:hlinkClick r:id="" action="ppaction://noaction"/>
            <a:extLst>
              <a:ext uri="{FF2B5EF4-FFF2-40B4-BE49-F238E27FC236}">
                <a16:creationId xmlns:a16="http://schemas.microsoft.com/office/drawing/2014/main" id="{0DEAFA2F-2C03-834F-6FE9-4C59A16EED24}"/>
              </a:ext>
            </a:extLst>
          </p:cNvPr>
          <p:cNvPicPr preferRelativeResize="0"/>
          <p:nvPr/>
        </p:nvPicPr>
        <p:blipFill>
          <a:blip r:embed="rId7">
            <a:alphaModFix/>
          </a:blip>
          <a:stretch>
            <a:fillRect/>
          </a:stretch>
        </p:blipFill>
        <p:spPr>
          <a:xfrm>
            <a:off x="5572688" y="4588783"/>
            <a:ext cx="360876" cy="341206"/>
          </a:xfrm>
          <a:prstGeom prst="rect">
            <a:avLst/>
          </a:prstGeom>
          <a:noFill/>
          <a:ln>
            <a:noFill/>
          </a:ln>
        </p:spPr>
      </p:pic>
      <p:sp>
        <p:nvSpPr>
          <p:cNvPr id="949" name="Google Shape;949;p37">
            <a:hlinkClick r:id="rId4" action="ppaction://hlinksldjump"/>
            <a:extLst>
              <a:ext uri="{FF2B5EF4-FFF2-40B4-BE49-F238E27FC236}">
                <a16:creationId xmlns:a16="http://schemas.microsoft.com/office/drawing/2014/main" id="{8F5A45DE-B692-AF3A-3780-9C8EC3B0058A}"/>
              </a:ext>
            </a:extLst>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0" name="Google Shape;950;p37">
            <a:hlinkClick r:id="rId4" action="ppaction://hlinksldjump"/>
            <a:extLst>
              <a:ext uri="{FF2B5EF4-FFF2-40B4-BE49-F238E27FC236}">
                <a16:creationId xmlns:a16="http://schemas.microsoft.com/office/drawing/2014/main" id="{5C05E54A-EB41-AE2C-23AF-929A3050F344}"/>
              </a:ext>
            </a:extLst>
          </p:cNvPr>
          <p:cNvPicPr preferRelativeResize="0"/>
          <p:nvPr/>
        </p:nvPicPr>
        <p:blipFill rotWithShape="1">
          <a:blip r:embed="rId8">
            <a:alphaModFix/>
          </a:blip>
          <a:srcRect t="2723" b="2723"/>
          <a:stretch/>
        </p:blipFill>
        <p:spPr>
          <a:xfrm>
            <a:off x="7225973" y="4656705"/>
            <a:ext cx="217200" cy="205362"/>
          </a:xfrm>
          <a:prstGeom prst="rect">
            <a:avLst/>
          </a:prstGeom>
          <a:noFill/>
          <a:ln>
            <a:noFill/>
          </a:ln>
        </p:spPr>
      </p:pic>
      <p:sp>
        <p:nvSpPr>
          <p:cNvPr id="951" name="Google Shape;951;p37">
            <a:hlinkClick r:id="" action="ppaction://noaction"/>
            <a:extLst>
              <a:ext uri="{FF2B5EF4-FFF2-40B4-BE49-F238E27FC236}">
                <a16:creationId xmlns:a16="http://schemas.microsoft.com/office/drawing/2014/main" id="{80F690FC-5A59-8B51-FA72-5C8E127CD14F}"/>
              </a:ext>
            </a:extLst>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2" name="Google Shape;952;p37">
            <a:hlinkClick r:id="" action="ppaction://noaction"/>
            <a:extLst>
              <a:ext uri="{FF2B5EF4-FFF2-40B4-BE49-F238E27FC236}">
                <a16:creationId xmlns:a16="http://schemas.microsoft.com/office/drawing/2014/main" id="{9B3C410E-2656-7D40-0817-28818F802F94}"/>
              </a:ext>
            </a:extLst>
          </p:cNvPr>
          <p:cNvPicPr preferRelativeResize="0"/>
          <p:nvPr/>
        </p:nvPicPr>
        <p:blipFill rotWithShape="1">
          <a:blip r:embed="rId9">
            <a:alphaModFix/>
          </a:blip>
          <a:srcRect t="2723" b="2723"/>
          <a:stretch/>
        </p:blipFill>
        <p:spPr>
          <a:xfrm>
            <a:off x="8016583" y="4656705"/>
            <a:ext cx="217200" cy="205362"/>
          </a:xfrm>
          <a:prstGeom prst="rect">
            <a:avLst/>
          </a:prstGeom>
          <a:noFill/>
          <a:ln>
            <a:noFill/>
          </a:ln>
        </p:spPr>
      </p:pic>
      <p:sp>
        <p:nvSpPr>
          <p:cNvPr id="953" name="Google Shape;953;p37">
            <a:hlinkClick r:id="" action="ppaction://noaction"/>
            <a:extLst>
              <a:ext uri="{FF2B5EF4-FFF2-40B4-BE49-F238E27FC236}">
                <a16:creationId xmlns:a16="http://schemas.microsoft.com/office/drawing/2014/main" id="{35DA4F99-1F50-52D7-D4D9-D34D3E044E3C}"/>
              </a:ext>
            </a:extLst>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4" name="Google Shape;954;p37">
            <a:hlinkClick r:id="" action="ppaction://noaction"/>
            <a:extLst>
              <a:ext uri="{FF2B5EF4-FFF2-40B4-BE49-F238E27FC236}">
                <a16:creationId xmlns:a16="http://schemas.microsoft.com/office/drawing/2014/main" id="{D9BC2D7F-F148-FB69-B4D9-90D75F8DDB41}"/>
              </a:ext>
            </a:extLst>
          </p:cNvPr>
          <p:cNvPicPr preferRelativeResize="0"/>
          <p:nvPr/>
        </p:nvPicPr>
        <p:blipFill rotWithShape="1">
          <a:blip r:embed="rId10">
            <a:alphaModFix/>
          </a:blip>
          <a:srcRect t="2723" b="2723"/>
          <a:stretch/>
        </p:blipFill>
        <p:spPr>
          <a:xfrm>
            <a:off x="6435363" y="4656705"/>
            <a:ext cx="217200" cy="205362"/>
          </a:xfrm>
          <a:prstGeom prst="rect">
            <a:avLst/>
          </a:prstGeom>
          <a:noFill/>
          <a:ln>
            <a:noFill/>
          </a:ln>
        </p:spPr>
      </p:pic>
      <p:sp>
        <p:nvSpPr>
          <p:cNvPr id="970" name="Google Shape;970;p37">
            <a:extLst>
              <a:ext uri="{FF2B5EF4-FFF2-40B4-BE49-F238E27FC236}">
                <a16:creationId xmlns:a16="http://schemas.microsoft.com/office/drawing/2014/main" id="{31E98218-918F-376F-4836-33304F9E6F36}"/>
              </a:ext>
            </a:extLst>
          </p:cNvPr>
          <p:cNvSpPr/>
          <p:nvPr/>
        </p:nvSpPr>
        <p:spPr>
          <a:xfrm>
            <a:off x="1409986"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Rectangle 70">
            <a:extLst>
              <a:ext uri="{FF2B5EF4-FFF2-40B4-BE49-F238E27FC236}">
                <a16:creationId xmlns:a16="http://schemas.microsoft.com/office/drawing/2014/main" id="{5CE2F152-C7C3-CB7F-A345-A664BE8B85BB}"/>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72" name="Group 71">
            <a:extLst>
              <a:ext uri="{FF2B5EF4-FFF2-40B4-BE49-F238E27FC236}">
                <a16:creationId xmlns:a16="http://schemas.microsoft.com/office/drawing/2014/main" id="{630E256C-F19A-D8B1-16D3-B67B7040B7D4}"/>
              </a:ext>
            </a:extLst>
          </p:cNvPr>
          <p:cNvGrpSpPr/>
          <p:nvPr/>
        </p:nvGrpSpPr>
        <p:grpSpPr>
          <a:xfrm>
            <a:off x="4220731" y="4588783"/>
            <a:ext cx="789238" cy="411222"/>
            <a:chOff x="5650400" y="6231232"/>
            <a:chExt cx="789238" cy="484094"/>
          </a:xfrm>
        </p:grpSpPr>
        <p:sp>
          <p:nvSpPr>
            <p:cNvPr id="73" name="Oval 72">
              <a:extLst>
                <a:ext uri="{FF2B5EF4-FFF2-40B4-BE49-F238E27FC236}">
                  <a16:creationId xmlns:a16="http://schemas.microsoft.com/office/drawing/2014/main" id="{EDF4EA6A-252E-4F33-C134-721889406C7D}"/>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4" name="Slide Number Placeholder 2">
              <a:extLst>
                <a:ext uri="{FF2B5EF4-FFF2-40B4-BE49-F238E27FC236}">
                  <a16:creationId xmlns:a16="http://schemas.microsoft.com/office/drawing/2014/main" id="{F341FFC1-E6F4-19D6-A8A9-61A789F7A05F}"/>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6</a:t>
              </a:r>
              <a:endParaRPr lang="fr-FR" sz="2000" b="1" dirty="0">
                <a:cs typeface="Arial" panose="020B0604020202020204" pitchFamily="34" charset="0"/>
              </a:endParaRPr>
            </a:p>
          </p:txBody>
        </p:sp>
      </p:grpSp>
      <p:sp>
        <p:nvSpPr>
          <p:cNvPr id="81" name="Google Shape;910;p37">
            <a:extLst>
              <a:ext uri="{FF2B5EF4-FFF2-40B4-BE49-F238E27FC236}">
                <a16:creationId xmlns:a16="http://schemas.microsoft.com/office/drawing/2014/main" id="{162F1FFF-37AF-D376-DB0D-50BDDCC04CD4}"/>
              </a:ext>
            </a:extLst>
          </p:cNvPr>
          <p:cNvSpPr txBox="1">
            <a:spLocks noGrp="1"/>
          </p:cNvSpPr>
          <p:nvPr>
            <p:ph type="title"/>
          </p:nvPr>
        </p:nvSpPr>
        <p:spPr>
          <a:xfrm>
            <a:off x="666663" y="296011"/>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a:t>Le Moteur d'Intelligence Artificielle</a:t>
            </a:r>
            <a:endParaRPr dirty="0"/>
          </a:p>
        </p:txBody>
      </p:sp>
      <p:sp>
        <p:nvSpPr>
          <p:cNvPr id="29" name="Google Shape;592;p34">
            <a:extLst>
              <a:ext uri="{FF2B5EF4-FFF2-40B4-BE49-F238E27FC236}">
                <a16:creationId xmlns:a16="http://schemas.microsoft.com/office/drawing/2014/main" id="{43430608-8E83-4763-BE0E-A0E6F41440B5}"/>
              </a:ext>
            </a:extLst>
          </p:cNvPr>
          <p:cNvSpPr txBox="1">
            <a:spLocks/>
          </p:cNvSpPr>
          <p:nvPr/>
        </p:nvSpPr>
        <p:spPr>
          <a:xfrm>
            <a:off x="507378" y="1433492"/>
            <a:ext cx="4847948" cy="2882493"/>
          </a:xfrm>
          <a:prstGeom prst="rect">
            <a:avLst/>
          </a:prstGeom>
        </p:spPr>
        <p:txBody>
          <a:bodyPr spcFirstLastPara="1" wrap="square" lIns="0" tIns="91425" rIns="0"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fr-FR" sz="1800" b="1" dirty="0"/>
              <a:t>Extraction : </a:t>
            </a:r>
            <a:r>
              <a:rPr lang="fr-FR" sz="1800" dirty="0"/>
              <a:t>Utilisation de </a:t>
            </a:r>
            <a:r>
              <a:rPr lang="fr-FR" sz="1800" dirty="0" err="1"/>
              <a:t>pdfplumber</a:t>
            </a:r>
            <a:r>
              <a:rPr lang="fr-FR" sz="1800" dirty="0"/>
              <a:t> pour traiter le texte (Multi-langue).</a:t>
            </a:r>
            <a:endParaRPr lang="fr-FR" sz="1800" b="1" dirty="0"/>
          </a:p>
          <a:p>
            <a:pPr marL="285750" indent="-285750" algn="just">
              <a:buFont typeface="Arial" panose="020B0604020202020204" pitchFamily="34" charset="0"/>
              <a:buChar char="•"/>
            </a:pPr>
            <a:r>
              <a:rPr lang="fr-FR" sz="1800" b="1" dirty="0">
                <a:latin typeface="Poppins" panose="00000500000000000000" pitchFamily="2" charset="0"/>
                <a:cs typeface="Poppins" panose="00000500000000000000" pitchFamily="2" charset="0"/>
              </a:rPr>
              <a:t>Analyse : </a:t>
            </a:r>
            <a:r>
              <a:rPr lang="fr-FR" sz="1800" dirty="0">
                <a:latin typeface="Poppins" panose="00000500000000000000" pitchFamily="2" charset="0"/>
                <a:cs typeface="Poppins" panose="00000500000000000000" pitchFamily="2" charset="0"/>
              </a:rPr>
              <a:t>Encodage via Sentence-Transformer et calcul de la </a:t>
            </a:r>
            <a:r>
              <a:rPr lang="fr-FR" sz="1800" dirty="0" err="1">
                <a:latin typeface="Poppins" panose="00000500000000000000" pitchFamily="2" charset="0"/>
                <a:cs typeface="Poppins" panose="00000500000000000000" pitchFamily="2" charset="0"/>
              </a:rPr>
              <a:t>Cosine</a:t>
            </a:r>
            <a:r>
              <a:rPr lang="fr-FR" sz="1800" dirty="0">
                <a:latin typeface="Poppins" panose="00000500000000000000" pitchFamily="2" charset="0"/>
                <a:cs typeface="Poppins" panose="00000500000000000000" pitchFamily="2" charset="0"/>
              </a:rPr>
              <a:t> </a:t>
            </a:r>
            <a:r>
              <a:rPr lang="fr-FR" sz="1800" dirty="0" err="1">
                <a:latin typeface="Poppins" panose="00000500000000000000" pitchFamily="2" charset="0"/>
                <a:cs typeface="Poppins" panose="00000500000000000000" pitchFamily="2" charset="0"/>
              </a:rPr>
              <a:t>Similarity</a:t>
            </a:r>
            <a:r>
              <a:rPr lang="fr-FR" sz="1800" dirty="0">
                <a:latin typeface="Poppins" panose="00000500000000000000" pitchFamily="2" charset="0"/>
                <a:cs typeface="Poppins" panose="00000500000000000000" pitchFamily="2" charset="0"/>
              </a:rPr>
              <a:t>.</a:t>
            </a:r>
            <a:endParaRPr lang="fr-FR" sz="1800" b="1" dirty="0">
              <a:latin typeface="Poppins" panose="00000500000000000000" pitchFamily="2" charset="0"/>
              <a:cs typeface="Poppins" panose="00000500000000000000" pitchFamily="2" charset="0"/>
            </a:endParaRPr>
          </a:p>
          <a:p>
            <a:pPr marL="285750" indent="-285750" algn="just">
              <a:buFont typeface="Arial" panose="020B0604020202020204" pitchFamily="34" charset="0"/>
              <a:buChar char="•"/>
            </a:pPr>
            <a:r>
              <a:rPr lang="fr-FR" sz="1800" b="1" dirty="0" err="1">
                <a:latin typeface="Poppins" panose="00000500000000000000" pitchFamily="2" charset="0"/>
                <a:cs typeface="Poppins" panose="00000500000000000000" pitchFamily="2" charset="0"/>
              </a:rPr>
              <a:t>Scoring</a:t>
            </a:r>
            <a:r>
              <a:rPr lang="fr-FR" sz="1800" b="1" dirty="0">
                <a:latin typeface="Poppins" panose="00000500000000000000" pitchFamily="2" charset="0"/>
                <a:cs typeface="Poppins" panose="00000500000000000000" pitchFamily="2" charset="0"/>
              </a:rPr>
              <a:t> :</a:t>
            </a:r>
            <a:r>
              <a:rPr lang="ar-AE" sz="1800" b="1" dirty="0">
                <a:latin typeface="Poppins" panose="00000500000000000000" pitchFamily="2" charset="0"/>
                <a:cs typeface="Poppins" panose="00000500000000000000" pitchFamily="2" charset="0"/>
              </a:rPr>
              <a:t> </a:t>
            </a:r>
            <a:r>
              <a:rPr lang="fr-FR" sz="1800" dirty="0">
                <a:latin typeface="Poppins" panose="00000500000000000000" pitchFamily="2" charset="0"/>
                <a:cs typeface="Poppins" panose="00000500000000000000" pitchFamily="2" charset="0"/>
              </a:rPr>
              <a:t>Génération automatique du Score (0-100) et du commentaire.</a:t>
            </a:r>
            <a:endParaRPr lang="fr-FR" sz="1800" b="1" dirty="0">
              <a:latin typeface="Poppins" panose="00000500000000000000" pitchFamily="2" charset="0"/>
              <a:cs typeface="Poppins" panose="00000500000000000000" pitchFamily="2" charset="0"/>
            </a:endParaRPr>
          </a:p>
        </p:txBody>
      </p:sp>
      <p:pic>
        <p:nvPicPr>
          <p:cNvPr id="6" name="Image 5">
            <a:extLst>
              <a:ext uri="{FF2B5EF4-FFF2-40B4-BE49-F238E27FC236}">
                <a16:creationId xmlns:a16="http://schemas.microsoft.com/office/drawing/2014/main" id="{8E6A9A98-A627-42F1-B90F-0A378AB8D667}"/>
              </a:ext>
            </a:extLst>
          </p:cNvPr>
          <p:cNvPicPr>
            <a:picLocks noChangeAspect="1"/>
          </p:cNvPicPr>
          <p:nvPr/>
        </p:nvPicPr>
        <p:blipFill>
          <a:blip r:embed="rId11"/>
          <a:stretch>
            <a:fillRect/>
          </a:stretch>
        </p:blipFill>
        <p:spPr>
          <a:xfrm>
            <a:off x="5572688" y="868710"/>
            <a:ext cx="3325387" cy="3447275"/>
          </a:xfrm>
          <a:prstGeom prst="rect">
            <a:avLst/>
          </a:prstGeom>
        </p:spPr>
      </p:pic>
    </p:spTree>
    <p:extLst>
      <p:ext uri="{BB962C8B-B14F-4D97-AF65-F5344CB8AC3E}">
        <p14:creationId xmlns:p14="http://schemas.microsoft.com/office/powerpoint/2010/main" val="22233020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 calcmode="lin" valueType="num">
                                      <p:cBhvr additive="base">
                                        <p:cTn id="7" dur="500" fill="hold"/>
                                        <p:tgtEl>
                                          <p:spTgt spid="2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xEl>
                                              <p:pRg st="1" end="1"/>
                                            </p:txEl>
                                          </p:spTgt>
                                        </p:tgtEl>
                                        <p:attrNameLst>
                                          <p:attrName>style.visibility</p:attrName>
                                        </p:attrNameLst>
                                      </p:cBhvr>
                                      <p:to>
                                        <p:strVal val="visible"/>
                                      </p:to>
                                    </p:set>
                                    <p:anim calcmode="lin" valueType="num">
                                      <p:cBhvr additive="base">
                                        <p:cTn id="13" dur="500" fill="hold"/>
                                        <p:tgtEl>
                                          <p:spTgt spid="2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
                                            <p:txEl>
                                              <p:pRg st="2" end="2"/>
                                            </p:txEl>
                                          </p:spTgt>
                                        </p:tgtEl>
                                        <p:attrNameLst>
                                          <p:attrName>style.visibility</p:attrName>
                                        </p:attrNameLst>
                                      </p:cBhvr>
                                      <p:to>
                                        <p:strVal val="visible"/>
                                      </p:to>
                                    </p:set>
                                    <p:anim calcmode="lin" valueType="num">
                                      <p:cBhvr additive="base">
                                        <p:cTn id="19" dur="500" fill="hold"/>
                                        <p:tgtEl>
                                          <p:spTgt spid="2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3"/>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509" name="Google Shape;509;p33">
            <a:hlinkClick r:id="rId3"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510" name="Google Shape;510;p33">
            <a:hlinkClick r:id="rId4"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accent1"/>
                </a:solidFill>
                <a:latin typeface="Poppins"/>
                <a:ea typeface="Poppins"/>
                <a:cs typeface="Poppins"/>
                <a:sym typeface="Poppins"/>
              </a:rPr>
              <a:t>Wed</a:t>
            </a:r>
            <a:endParaRPr sz="1800" b="1" dirty="0">
              <a:solidFill>
                <a:schemeClr val="accent1"/>
              </a:solidFill>
              <a:latin typeface="Poppins"/>
              <a:ea typeface="Poppins"/>
              <a:cs typeface="Poppins"/>
              <a:sym typeface="Poppins"/>
            </a:endParaRPr>
          </a:p>
        </p:txBody>
      </p:sp>
      <p:sp>
        <p:nvSpPr>
          <p:cNvPr id="511" name="Google Shape;511;p33">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512" name="Google Shape;512;p33">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513" name="Google Shape;513;p33">
            <a:hlinkClick r:id="rId5" action="ppaction://hlinksldjump"/>
          </p:cNvPr>
          <p:cNvSpPr txBox="1"/>
          <p:nvPr/>
        </p:nvSpPr>
        <p:spPr>
          <a:xfrm>
            <a:off x="140947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Mon</a:t>
            </a:r>
            <a:endParaRPr sz="1800" b="1">
              <a:solidFill>
                <a:schemeClr val="accent1"/>
              </a:solidFill>
              <a:latin typeface="Poppins"/>
              <a:ea typeface="Poppins"/>
              <a:cs typeface="Poppins"/>
              <a:sym typeface="Poppins"/>
            </a:endParaRPr>
          </a:p>
        </p:txBody>
      </p:sp>
      <p:sp>
        <p:nvSpPr>
          <p:cNvPr id="514" name="Google Shape;514;p33">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5" name="Google Shape;515;p33">
            <a:hlinkClick r:id="" action="ppaction://noaction"/>
          </p:cNvPr>
          <p:cNvPicPr preferRelativeResize="0"/>
          <p:nvPr/>
        </p:nvPicPr>
        <p:blipFill>
          <a:blip r:embed="rId6">
            <a:alphaModFix/>
          </a:blip>
          <a:stretch>
            <a:fillRect/>
          </a:stretch>
        </p:blipFill>
        <p:spPr>
          <a:xfrm>
            <a:off x="5572688" y="4588783"/>
            <a:ext cx="360876" cy="341206"/>
          </a:xfrm>
          <a:prstGeom prst="rect">
            <a:avLst/>
          </a:prstGeom>
          <a:noFill/>
          <a:ln>
            <a:noFill/>
          </a:ln>
        </p:spPr>
      </p:pic>
      <p:sp>
        <p:nvSpPr>
          <p:cNvPr id="516" name="Google Shape;516;p33">
            <a:hlinkClick r:id="rId4"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7" name="Google Shape;517;p33">
            <a:hlinkClick r:id="rId4" action="ppaction://hlinksldjump"/>
          </p:cNvPr>
          <p:cNvPicPr preferRelativeResize="0"/>
          <p:nvPr/>
        </p:nvPicPr>
        <p:blipFill rotWithShape="1">
          <a:blip r:embed="rId7">
            <a:alphaModFix/>
          </a:blip>
          <a:srcRect t="2723" b="2723"/>
          <a:stretch/>
        </p:blipFill>
        <p:spPr>
          <a:xfrm>
            <a:off x="7225973" y="4656705"/>
            <a:ext cx="217200" cy="205362"/>
          </a:xfrm>
          <a:prstGeom prst="rect">
            <a:avLst/>
          </a:prstGeom>
          <a:noFill/>
          <a:ln>
            <a:noFill/>
          </a:ln>
        </p:spPr>
      </p:pic>
      <p:sp>
        <p:nvSpPr>
          <p:cNvPr id="518" name="Google Shape;518;p33">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9" name="Google Shape;519;p33">
            <a:hlinkClick r:id="" action="ppaction://noaction"/>
          </p:cNvPr>
          <p:cNvPicPr preferRelativeResize="0"/>
          <p:nvPr/>
        </p:nvPicPr>
        <p:blipFill rotWithShape="1">
          <a:blip r:embed="rId8">
            <a:alphaModFix/>
          </a:blip>
          <a:srcRect t="2723" b="2723"/>
          <a:stretch/>
        </p:blipFill>
        <p:spPr>
          <a:xfrm>
            <a:off x="8016583" y="4656705"/>
            <a:ext cx="217200" cy="205362"/>
          </a:xfrm>
          <a:prstGeom prst="rect">
            <a:avLst/>
          </a:prstGeom>
          <a:noFill/>
          <a:ln>
            <a:noFill/>
          </a:ln>
        </p:spPr>
      </p:pic>
      <p:sp>
        <p:nvSpPr>
          <p:cNvPr id="520" name="Google Shape;520;p33">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21" name="Google Shape;521;p33">
            <a:hlinkClick r:id="" action="ppaction://noaction"/>
          </p:cNvPr>
          <p:cNvPicPr preferRelativeResize="0"/>
          <p:nvPr/>
        </p:nvPicPr>
        <p:blipFill rotWithShape="1">
          <a:blip r:embed="rId9">
            <a:alphaModFix/>
          </a:blip>
          <a:srcRect t="2723" b="2723"/>
          <a:stretch/>
        </p:blipFill>
        <p:spPr>
          <a:xfrm>
            <a:off x="6435363" y="4656705"/>
            <a:ext cx="217200" cy="205362"/>
          </a:xfrm>
          <a:prstGeom prst="rect">
            <a:avLst/>
          </a:prstGeom>
          <a:noFill/>
          <a:ln>
            <a:noFill/>
          </a:ln>
        </p:spPr>
      </p:pic>
      <p:grpSp>
        <p:nvGrpSpPr>
          <p:cNvPr id="522" name="Google Shape;522;p33"/>
          <p:cNvGrpSpPr/>
          <p:nvPr/>
        </p:nvGrpSpPr>
        <p:grpSpPr>
          <a:xfrm>
            <a:off x="101721" y="4505825"/>
            <a:ext cx="8940558" cy="84600"/>
            <a:chOff x="155346" y="4358775"/>
            <a:chExt cx="8934304" cy="84600"/>
          </a:xfrm>
        </p:grpSpPr>
        <p:cxnSp>
          <p:nvCxnSpPr>
            <p:cNvPr id="523" name="Google Shape;523;p33"/>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524" name="Google Shape;524;p33"/>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 name="Google Shape;525;p33"/>
          <p:cNvGrpSpPr/>
          <p:nvPr/>
        </p:nvGrpSpPr>
        <p:grpSpPr>
          <a:xfrm flipH="1">
            <a:off x="270750" y="110651"/>
            <a:ext cx="8627325" cy="4089001"/>
            <a:chOff x="270750" y="253149"/>
            <a:chExt cx="8627325" cy="4089001"/>
          </a:xfrm>
        </p:grpSpPr>
        <p:sp>
          <p:nvSpPr>
            <p:cNvPr id="526" name="Google Shape;526;p33"/>
            <p:cNvSpPr/>
            <p:nvPr/>
          </p:nvSpPr>
          <p:spPr>
            <a:xfrm>
              <a:off x="669525" y="1066225"/>
              <a:ext cx="1189800" cy="1189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3"/>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3"/>
            <p:cNvSpPr/>
            <p:nvPr/>
          </p:nvSpPr>
          <p:spPr>
            <a:xfrm>
              <a:off x="8301150" y="40481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3"/>
            <p:cNvSpPr/>
            <p:nvPr/>
          </p:nvSpPr>
          <p:spPr>
            <a:xfrm>
              <a:off x="6009175" y="2531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3"/>
            <p:cNvSpPr/>
            <p:nvPr/>
          </p:nvSpPr>
          <p:spPr>
            <a:xfrm>
              <a:off x="8325975" y="33980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3"/>
            <p:cNvSpPr/>
            <p:nvPr/>
          </p:nvSpPr>
          <p:spPr>
            <a:xfrm>
              <a:off x="3265475" y="2656500"/>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3"/>
            <p:cNvSpPr/>
            <p:nvPr/>
          </p:nvSpPr>
          <p:spPr>
            <a:xfrm>
              <a:off x="5501788" y="1677663"/>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3"/>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 name="Google Shape;534;p33"/>
          <p:cNvSpPr txBox="1">
            <a:spLocks noGrp="1"/>
          </p:cNvSpPr>
          <p:nvPr>
            <p:ph type="title"/>
          </p:nvPr>
        </p:nvSpPr>
        <p:spPr>
          <a:xfrm>
            <a:off x="3969566" y="310458"/>
            <a:ext cx="1189801"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Plan</a:t>
            </a:r>
            <a:endParaRPr dirty="0"/>
          </a:p>
        </p:txBody>
      </p:sp>
      <p:sp>
        <p:nvSpPr>
          <p:cNvPr id="535" name="Google Shape;535;p33">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3">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txBox="1"/>
          <p:nvPr/>
        </p:nvSpPr>
        <p:spPr>
          <a:xfrm>
            <a:off x="7333838" y="1932444"/>
            <a:ext cx="360900" cy="99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00" dirty="0">
                <a:solidFill>
                  <a:schemeClr val="lt2"/>
                </a:solidFill>
                <a:latin typeface="Poppins"/>
                <a:ea typeface="Poppins"/>
                <a:cs typeface="Poppins"/>
                <a:sym typeface="Poppins"/>
              </a:rPr>
              <a:t>7</a:t>
            </a:r>
            <a:endParaRPr sz="1100" dirty="0">
              <a:solidFill>
                <a:schemeClr val="lt2"/>
              </a:solidFill>
              <a:latin typeface="Poppins"/>
              <a:ea typeface="Poppins"/>
              <a:cs typeface="Poppins"/>
              <a:sym typeface="Poppins"/>
            </a:endParaRPr>
          </a:p>
        </p:txBody>
      </p:sp>
      <p:sp>
        <p:nvSpPr>
          <p:cNvPr id="570" name="Google Shape;570;p33"/>
          <p:cNvSpPr txBox="1"/>
          <p:nvPr/>
        </p:nvSpPr>
        <p:spPr>
          <a:xfrm>
            <a:off x="621017" y="4498986"/>
            <a:ext cx="7956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71" name="Google Shape;571;p33">
            <a:hlinkClick r:id="rId10" action="ppaction://hlinksldjump"/>
          </p:cNvPr>
          <p:cNvPicPr preferRelativeResize="0"/>
          <p:nvPr/>
        </p:nvPicPr>
        <p:blipFill rotWithShape="1">
          <a:blip r:embed="rId11">
            <a:alphaModFix/>
          </a:blip>
          <a:srcRect/>
          <a:stretch/>
        </p:blipFill>
        <p:spPr>
          <a:xfrm>
            <a:off x="881657" y="4626989"/>
            <a:ext cx="274320" cy="274320"/>
          </a:xfrm>
          <a:prstGeom prst="rect">
            <a:avLst/>
          </a:prstGeom>
          <a:noFill/>
          <a:ln>
            <a:noFill/>
          </a:ln>
        </p:spPr>
      </p:pic>
      <p:sp>
        <p:nvSpPr>
          <p:cNvPr id="572" name="Google Shape;572;p33"/>
          <p:cNvSpPr/>
          <p:nvPr/>
        </p:nvSpPr>
        <p:spPr>
          <a:xfrm>
            <a:off x="621792"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 name="Google Shape;485;p32">
            <a:hlinkClick r:id="rId10" action="ppaction://hlinksldjump"/>
            <a:extLst>
              <a:ext uri="{FF2B5EF4-FFF2-40B4-BE49-F238E27FC236}">
                <a16:creationId xmlns:a16="http://schemas.microsoft.com/office/drawing/2014/main" id="{ADF424EB-D5F1-49C9-9A70-9EDC98454CB7}"/>
              </a:ext>
            </a:extLst>
          </p:cNvPr>
          <p:cNvPicPr preferRelativeResize="0"/>
          <p:nvPr/>
        </p:nvPicPr>
        <p:blipFill>
          <a:blip r:embed="rId12">
            <a:alphaModFix/>
          </a:blip>
          <a:stretch>
            <a:fillRect/>
          </a:stretch>
        </p:blipFill>
        <p:spPr>
          <a:xfrm>
            <a:off x="713224" y="585350"/>
            <a:ext cx="360887" cy="260251"/>
          </a:xfrm>
          <a:prstGeom prst="rect">
            <a:avLst/>
          </a:prstGeom>
          <a:noFill/>
          <a:ln>
            <a:noFill/>
          </a:ln>
        </p:spPr>
      </p:pic>
      <p:sp>
        <p:nvSpPr>
          <p:cNvPr id="43" name="Rectangle 42">
            <a:extLst>
              <a:ext uri="{FF2B5EF4-FFF2-40B4-BE49-F238E27FC236}">
                <a16:creationId xmlns:a16="http://schemas.microsoft.com/office/drawing/2014/main" id="{7BE7C0C3-CC4E-499A-BEDB-4BDA359E30D4}"/>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44" name="Group 43">
            <a:extLst>
              <a:ext uri="{FF2B5EF4-FFF2-40B4-BE49-F238E27FC236}">
                <a16:creationId xmlns:a16="http://schemas.microsoft.com/office/drawing/2014/main" id="{1F82DD43-3B25-4D0E-86FD-CD1CD173A760}"/>
              </a:ext>
            </a:extLst>
          </p:cNvPr>
          <p:cNvGrpSpPr/>
          <p:nvPr/>
        </p:nvGrpSpPr>
        <p:grpSpPr>
          <a:xfrm>
            <a:off x="4220731" y="4588783"/>
            <a:ext cx="789238" cy="411222"/>
            <a:chOff x="5650400" y="6231232"/>
            <a:chExt cx="789238" cy="484094"/>
          </a:xfrm>
        </p:grpSpPr>
        <p:sp>
          <p:nvSpPr>
            <p:cNvPr id="45" name="Oval 44">
              <a:extLst>
                <a:ext uri="{FF2B5EF4-FFF2-40B4-BE49-F238E27FC236}">
                  <a16:creationId xmlns:a16="http://schemas.microsoft.com/office/drawing/2014/main" id="{81481BAD-983F-4E74-A9E4-B9D35907A263}"/>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Slide Number Placeholder 2">
              <a:extLst>
                <a:ext uri="{FF2B5EF4-FFF2-40B4-BE49-F238E27FC236}">
                  <a16:creationId xmlns:a16="http://schemas.microsoft.com/office/drawing/2014/main" id="{61EA88BF-C26E-4426-889E-3A13DCAF0617}"/>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1</a:t>
              </a:r>
              <a:endParaRPr lang="fr-FR" sz="2000" b="1" dirty="0">
                <a:cs typeface="Arial" panose="020B0604020202020204" pitchFamily="34" charset="0"/>
              </a:endParaRPr>
            </a:p>
          </p:txBody>
        </p:sp>
      </p:grpSp>
      <p:sp>
        <p:nvSpPr>
          <p:cNvPr id="59" name="Google Shape;515;p65">
            <a:extLst>
              <a:ext uri="{FF2B5EF4-FFF2-40B4-BE49-F238E27FC236}">
                <a16:creationId xmlns:a16="http://schemas.microsoft.com/office/drawing/2014/main" id="{08D9E33F-D2F0-45EB-6435-2BE568B67DB7}"/>
              </a:ext>
            </a:extLst>
          </p:cNvPr>
          <p:cNvSpPr/>
          <p:nvPr/>
        </p:nvSpPr>
        <p:spPr>
          <a:xfrm flipH="1">
            <a:off x="1966071" y="1460608"/>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01</a:t>
            </a:r>
            <a:endParaRPr lang="fr-FR" sz="3600" noProof="0" dirty="0">
              <a:solidFill>
                <a:schemeClr val="tx2"/>
              </a:solidFill>
              <a:latin typeface="Montserrat ExtraBold"/>
              <a:ea typeface="Montserrat ExtraBold"/>
              <a:cs typeface="Montserrat ExtraBold"/>
              <a:sym typeface="Montserrat ExtraBold"/>
            </a:endParaRPr>
          </a:p>
        </p:txBody>
      </p:sp>
      <p:cxnSp>
        <p:nvCxnSpPr>
          <p:cNvPr id="60" name="Google Shape;522;p65">
            <a:extLst>
              <a:ext uri="{FF2B5EF4-FFF2-40B4-BE49-F238E27FC236}">
                <a16:creationId xmlns:a16="http://schemas.microsoft.com/office/drawing/2014/main" id="{C15FCF81-6CA1-D650-4DBD-20E3A7171D8C}"/>
              </a:ext>
            </a:extLst>
          </p:cNvPr>
          <p:cNvCxnSpPr>
            <a:cxnSpLocks/>
          </p:cNvCxnSpPr>
          <p:nvPr/>
        </p:nvCxnSpPr>
        <p:spPr>
          <a:xfrm>
            <a:off x="2761672" y="1834832"/>
            <a:ext cx="3227596" cy="686"/>
          </a:xfrm>
          <a:prstGeom prst="straightConnector1">
            <a:avLst/>
          </a:prstGeom>
          <a:noFill/>
          <a:ln w="38100" cap="flat" cmpd="sng">
            <a:solidFill>
              <a:schemeClr val="tx1"/>
            </a:solidFill>
            <a:prstDash val="solid"/>
            <a:round/>
            <a:headEnd type="none" w="med" len="med"/>
            <a:tailEnd type="none" w="med" len="med"/>
          </a:ln>
        </p:spPr>
      </p:cxnSp>
      <p:sp>
        <p:nvSpPr>
          <p:cNvPr id="461" name="Google Shape;515;p65">
            <a:extLst>
              <a:ext uri="{FF2B5EF4-FFF2-40B4-BE49-F238E27FC236}">
                <a16:creationId xmlns:a16="http://schemas.microsoft.com/office/drawing/2014/main" id="{FB4BBE55-839A-EB70-3315-DA8ABC420CFE}"/>
              </a:ext>
            </a:extLst>
          </p:cNvPr>
          <p:cNvSpPr/>
          <p:nvPr/>
        </p:nvSpPr>
        <p:spPr>
          <a:xfrm flipH="1">
            <a:off x="6006334" y="1480985"/>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02</a:t>
            </a:r>
            <a:endParaRPr lang="fr-FR" sz="4000" noProof="0" dirty="0">
              <a:solidFill>
                <a:schemeClr val="tx2"/>
              </a:solidFill>
              <a:latin typeface="Montserrat ExtraBold"/>
              <a:ea typeface="Montserrat ExtraBold"/>
              <a:cs typeface="Montserrat ExtraBold"/>
              <a:sym typeface="Montserrat ExtraBold"/>
            </a:endParaRPr>
          </a:p>
        </p:txBody>
      </p:sp>
      <p:sp>
        <p:nvSpPr>
          <p:cNvPr id="462" name="Google Shape;515;p65">
            <a:extLst>
              <a:ext uri="{FF2B5EF4-FFF2-40B4-BE49-F238E27FC236}">
                <a16:creationId xmlns:a16="http://schemas.microsoft.com/office/drawing/2014/main" id="{D4EF3A02-2731-70AA-5207-B59EBE77B4E4}"/>
              </a:ext>
            </a:extLst>
          </p:cNvPr>
          <p:cNvSpPr/>
          <p:nvPr/>
        </p:nvSpPr>
        <p:spPr>
          <a:xfrm flipH="1">
            <a:off x="1983181" y="2986769"/>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03</a:t>
            </a:r>
          </a:p>
        </p:txBody>
      </p:sp>
      <p:sp>
        <p:nvSpPr>
          <p:cNvPr id="463" name="Google Shape;515;p65">
            <a:extLst>
              <a:ext uri="{FF2B5EF4-FFF2-40B4-BE49-F238E27FC236}">
                <a16:creationId xmlns:a16="http://schemas.microsoft.com/office/drawing/2014/main" id="{22E134E3-0F8F-75AE-93D4-6A6919A6843D}"/>
              </a:ext>
            </a:extLst>
          </p:cNvPr>
          <p:cNvSpPr/>
          <p:nvPr/>
        </p:nvSpPr>
        <p:spPr>
          <a:xfrm flipH="1">
            <a:off x="6020327" y="2990167"/>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04</a:t>
            </a:r>
          </a:p>
        </p:txBody>
      </p:sp>
      <p:cxnSp>
        <p:nvCxnSpPr>
          <p:cNvPr id="464" name="Google Shape;522;p65">
            <a:extLst>
              <a:ext uri="{FF2B5EF4-FFF2-40B4-BE49-F238E27FC236}">
                <a16:creationId xmlns:a16="http://schemas.microsoft.com/office/drawing/2014/main" id="{CE56E639-1625-BB5C-E815-2333DA156ED3}"/>
              </a:ext>
            </a:extLst>
          </p:cNvPr>
          <p:cNvCxnSpPr>
            <a:cxnSpLocks/>
          </p:cNvCxnSpPr>
          <p:nvPr/>
        </p:nvCxnSpPr>
        <p:spPr>
          <a:xfrm>
            <a:off x="2787300" y="3354460"/>
            <a:ext cx="3227596" cy="686"/>
          </a:xfrm>
          <a:prstGeom prst="straightConnector1">
            <a:avLst/>
          </a:prstGeom>
          <a:noFill/>
          <a:ln w="38100" cap="flat" cmpd="sng">
            <a:solidFill>
              <a:schemeClr val="tx1"/>
            </a:solidFill>
            <a:prstDash val="solid"/>
            <a:round/>
            <a:headEnd type="none" w="med" len="med"/>
            <a:tailEnd type="none" w="med" len="med"/>
          </a:ln>
        </p:spPr>
      </p:cxnSp>
      <p:cxnSp>
        <p:nvCxnSpPr>
          <p:cNvPr id="465" name="Google Shape;522;p65">
            <a:extLst>
              <a:ext uri="{FF2B5EF4-FFF2-40B4-BE49-F238E27FC236}">
                <a16:creationId xmlns:a16="http://schemas.microsoft.com/office/drawing/2014/main" id="{E20DB54E-A62F-B478-5EF5-DA0A277C9C03}"/>
              </a:ext>
            </a:extLst>
          </p:cNvPr>
          <p:cNvCxnSpPr>
            <a:cxnSpLocks/>
          </p:cNvCxnSpPr>
          <p:nvPr/>
        </p:nvCxnSpPr>
        <p:spPr>
          <a:xfrm flipV="1">
            <a:off x="2363871" y="2578789"/>
            <a:ext cx="4040263" cy="32564"/>
          </a:xfrm>
          <a:prstGeom prst="straightConnector1">
            <a:avLst/>
          </a:prstGeom>
          <a:noFill/>
          <a:ln w="38100" cap="flat" cmpd="sng">
            <a:solidFill>
              <a:schemeClr val="tx1"/>
            </a:solidFill>
            <a:prstDash val="solid"/>
            <a:round/>
            <a:headEnd type="none" w="med" len="med"/>
            <a:tailEnd type="none" w="med" len="med"/>
          </a:ln>
        </p:spPr>
      </p:cxnSp>
      <p:cxnSp>
        <p:nvCxnSpPr>
          <p:cNvPr id="468" name="Google Shape;522;p65">
            <a:extLst>
              <a:ext uri="{FF2B5EF4-FFF2-40B4-BE49-F238E27FC236}">
                <a16:creationId xmlns:a16="http://schemas.microsoft.com/office/drawing/2014/main" id="{ACC22A3A-260F-4C3B-4CC7-E6FD6698E4E8}"/>
              </a:ext>
            </a:extLst>
          </p:cNvPr>
          <p:cNvCxnSpPr>
            <a:cxnSpLocks/>
          </p:cNvCxnSpPr>
          <p:nvPr/>
        </p:nvCxnSpPr>
        <p:spPr>
          <a:xfrm flipV="1">
            <a:off x="6393317" y="2192974"/>
            <a:ext cx="0" cy="404356"/>
          </a:xfrm>
          <a:prstGeom prst="straightConnector1">
            <a:avLst/>
          </a:prstGeom>
          <a:noFill/>
          <a:ln w="38100" cap="flat" cmpd="sng">
            <a:solidFill>
              <a:schemeClr val="tx1"/>
            </a:solidFill>
            <a:prstDash val="solid"/>
            <a:round/>
            <a:headEnd type="none" w="med" len="med"/>
            <a:tailEnd type="none" w="med" len="med"/>
          </a:ln>
        </p:spPr>
      </p:cxnSp>
      <p:cxnSp>
        <p:nvCxnSpPr>
          <p:cNvPr id="472" name="Google Shape;522;p65">
            <a:extLst>
              <a:ext uri="{FF2B5EF4-FFF2-40B4-BE49-F238E27FC236}">
                <a16:creationId xmlns:a16="http://schemas.microsoft.com/office/drawing/2014/main" id="{42B54E66-EE56-4343-930C-E43CA7CE8B77}"/>
              </a:ext>
            </a:extLst>
          </p:cNvPr>
          <p:cNvCxnSpPr>
            <a:cxnSpLocks/>
          </p:cNvCxnSpPr>
          <p:nvPr/>
        </p:nvCxnSpPr>
        <p:spPr>
          <a:xfrm flipV="1">
            <a:off x="2362302" y="2611353"/>
            <a:ext cx="0" cy="404356"/>
          </a:xfrm>
          <a:prstGeom prst="straightConnector1">
            <a:avLst/>
          </a:prstGeom>
          <a:noFill/>
          <a:ln w="38100" cap="flat" cmpd="sng">
            <a:solidFill>
              <a:schemeClr val="tx1"/>
            </a:solidFill>
            <a:prstDash val="solid"/>
            <a:round/>
            <a:headEnd type="none" w="med" len="med"/>
            <a:tailEnd type="none" w="med" len="med"/>
          </a:ln>
        </p:spPr>
      </p:cxnSp>
      <p:sp>
        <p:nvSpPr>
          <p:cNvPr id="473" name="Google Shape;537;p33">
            <a:extLst>
              <a:ext uri="{FF2B5EF4-FFF2-40B4-BE49-F238E27FC236}">
                <a16:creationId xmlns:a16="http://schemas.microsoft.com/office/drawing/2014/main" id="{A19912F7-B0C5-9E1C-8948-65E3BBCAD8B6}"/>
              </a:ext>
            </a:extLst>
          </p:cNvPr>
          <p:cNvSpPr/>
          <p:nvPr/>
        </p:nvSpPr>
        <p:spPr>
          <a:xfrm>
            <a:off x="101721" y="1628215"/>
            <a:ext cx="1934790"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Introduction</a:t>
            </a:r>
            <a:endParaRPr sz="2000" dirty="0">
              <a:solidFill>
                <a:schemeClr val="lt2"/>
              </a:solidFill>
              <a:latin typeface="Poppins ExtraBold"/>
              <a:ea typeface="Poppins ExtraBold"/>
              <a:cs typeface="Poppins ExtraBold"/>
              <a:sym typeface="Poppins ExtraBold"/>
            </a:endParaRPr>
          </a:p>
        </p:txBody>
      </p:sp>
      <p:sp>
        <p:nvSpPr>
          <p:cNvPr id="474" name="Google Shape;540;p33">
            <a:extLst>
              <a:ext uri="{FF2B5EF4-FFF2-40B4-BE49-F238E27FC236}">
                <a16:creationId xmlns:a16="http://schemas.microsoft.com/office/drawing/2014/main" id="{1C220804-BDFC-98E1-25EA-1F05C856220A}"/>
              </a:ext>
            </a:extLst>
          </p:cNvPr>
          <p:cNvSpPr/>
          <p:nvPr/>
        </p:nvSpPr>
        <p:spPr>
          <a:xfrm>
            <a:off x="101721" y="3029882"/>
            <a:ext cx="1938464" cy="647870"/>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fr-FR" sz="2000" dirty="0">
                <a:solidFill>
                  <a:schemeClr val="lt2"/>
                </a:solidFill>
                <a:latin typeface="Poppins ExtraBold"/>
                <a:ea typeface="Poppins ExtraBold"/>
                <a:cs typeface="Poppins ExtraBold"/>
                <a:sym typeface="Poppins ExtraBold"/>
              </a:rPr>
              <a:t>Réalisation Technique</a:t>
            </a:r>
          </a:p>
        </p:txBody>
      </p:sp>
      <p:sp>
        <p:nvSpPr>
          <p:cNvPr id="475" name="Google Shape;539;p33">
            <a:extLst>
              <a:ext uri="{FF2B5EF4-FFF2-40B4-BE49-F238E27FC236}">
                <a16:creationId xmlns:a16="http://schemas.microsoft.com/office/drawing/2014/main" id="{B476AEB3-604F-7740-9B7A-48886B07DD75}"/>
              </a:ext>
            </a:extLst>
          </p:cNvPr>
          <p:cNvSpPr/>
          <p:nvPr/>
        </p:nvSpPr>
        <p:spPr>
          <a:xfrm>
            <a:off x="6729962" y="1653921"/>
            <a:ext cx="1841517" cy="355118"/>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Conception</a:t>
            </a:r>
            <a:endParaRPr sz="2000" dirty="0">
              <a:solidFill>
                <a:schemeClr val="lt2"/>
              </a:solidFill>
              <a:latin typeface="Poppins ExtraBold"/>
              <a:ea typeface="Poppins ExtraBold"/>
              <a:cs typeface="Poppins ExtraBold"/>
              <a:sym typeface="Poppins ExtraBold"/>
            </a:endParaRPr>
          </a:p>
        </p:txBody>
      </p:sp>
      <p:sp>
        <p:nvSpPr>
          <p:cNvPr id="476" name="Google Shape;541;p33">
            <a:extLst>
              <a:ext uri="{FF2B5EF4-FFF2-40B4-BE49-F238E27FC236}">
                <a16:creationId xmlns:a16="http://schemas.microsoft.com/office/drawing/2014/main" id="{67C4A2C2-362B-EC75-C3DA-AE81847B142F}"/>
              </a:ext>
            </a:extLst>
          </p:cNvPr>
          <p:cNvSpPr/>
          <p:nvPr/>
        </p:nvSpPr>
        <p:spPr>
          <a:xfrm>
            <a:off x="6712048" y="3150189"/>
            <a:ext cx="2330227"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D</a:t>
            </a:r>
            <a:r>
              <a:rPr lang="fr-FR" sz="2000" dirty="0">
                <a:solidFill>
                  <a:schemeClr val="lt2"/>
                </a:solidFill>
                <a:latin typeface="Poppins ExtraBold"/>
                <a:ea typeface="Poppins ExtraBold"/>
                <a:cs typeface="Poppins ExtraBold"/>
                <a:sym typeface="Poppins ExtraBold"/>
              </a:rPr>
              <a:t>é</a:t>
            </a:r>
            <a:r>
              <a:rPr lang="en" sz="2000" dirty="0">
                <a:solidFill>
                  <a:schemeClr val="lt2"/>
                </a:solidFill>
                <a:latin typeface="Poppins ExtraBold"/>
                <a:ea typeface="Poppins ExtraBold"/>
                <a:cs typeface="Poppins ExtraBold"/>
                <a:sym typeface="Poppins ExtraBold"/>
              </a:rPr>
              <a:t>monstration</a:t>
            </a:r>
            <a:endParaRPr sz="2000" dirty="0">
              <a:solidFill>
                <a:schemeClr val="lt2"/>
              </a:solidFill>
              <a:latin typeface="Poppins ExtraBold"/>
              <a:ea typeface="Poppins ExtraBold"/>
              <a:cs typeface="Poppins ExtraBold"/>
              <a:sym typeface="Poppins ExtraBold"/>
            </a:endParaRPr>
          </a:p>
        </p:txBody>
      </p:sp>
      <mc:AlternateContent xmlns:mc="http://schemas.openxmlformats.org/markup-compatibility/2006" xmlns:pslz="http://schemas.microsoft.com/office/powerpoint/2016/slidezoom">
        <mc:Choice Requires="pslz">
          <p:graphicFrame>
            <p:nvGraphicFramePr>
              <p:cNvPr id="3" name="Zoom de diapositive 2">
                <a:extLst>
                  <a:ext uri="{FF2B5EF4-FFF2-40B4-BE49-F238E27FC236}">
                    <a16:creationId xmlns:a16="http://schemas.microsoft.com/office/drawing/2014/main" id="{ADEBA7B0-EEE4-D92C-B8D3-6ABF6727423C}"/>
                  </a:ext>
                </a:extLst>
              </p:cNvPr>
              <p:cNvGraphicFramePr>
                <a:graphicFrameLocks noChangeAspect="1"/>
              </p:cNvGraphicFramePr>
              <p:nvPr>
                <p:extLst>
                  <p:ext uri="{D42A27DB-BD31-4B8C-83A1-F6EECF244321}">
                    <p14:modId xmlns:p14="http://schemas.microsoft.com/office/powerpoint/2010/main" val="683479145"/>
                  </p:ext>
                </p:extLst>
              </p:nvPr>
            </p:nvGraphicFramePr>
            <p:xfrm>
              <a:off x="2479722" y="3323965"/>
              <a:ext cx="69572" cy="45719"/>
            </p:xfrm>
            <a:graphic>
              <a:graphicData uri="http://schemas.microsoft.com/office/powerpoint/2016/slidezoom">
                <pslz:sldZm>
                  <pslz:sldZmObj sldId="304" cId="1947551614">
                    <pslz:zmPr id="{C2F22E9E-6A4D-436B-A4CB-656B7DFF64A4}" returnToParent="0" imageType="cover" transitionDur="1000">
                      <p166:blipFill xmlns:p166="http://schemas.microsoft.com/office/powerpoint/2016/6/main">
                        <a:blip r:embed="rId13"/>
                        <a:stretch>
                          <a:fillRect/>
                        </a:stretch>
                      </p166:blipFill>
                      <p166:spPr xmlns:p166="http://schemas.microsoft.com/office/powerpoint/2016/6/main">
                        <a:xfrm>
                          <a:off x="0" y="0"/>
                          <a:ext cx="69572" cy="45719"/>
                        </a:xfrm>
                        <a:prstGeom prst="rect">
                          <a:avLst/>
                        </a:prstGeom>
                        <a:ln w="3175">
                          <a:solidFill>
                            <a:prstClr val="ltGray"/>
                          </a:solidFill>
                        </a:ln>
                      </p166:spPr>
                    </pslz:zmPr>
                  </pslz:sldZmObj>
                </pslz:sldZm>
              </a:graphicData>
            </a:graphic>
          </p:graphicFrame>
        </mc:Choice>
        <mc:Fallback xmlns="">
          <p:pic>
            <p:nvPicPr>
              <p:cNvPr id="3" name="Zoom de diapositive 2">
                <a:hlinkClick r:id="rId14" action="ppaction://hlinksldjump"/>
                <a:extLst>
                  <a:ext uri="{FF2B5EF4-FFF2-40B4-BE49-F238E27FC236}">
                    <a16:creationId xmlns:a16="http://schemas.microsoft.com/office/drawing/2014/main" id="{ADEBA7B0-EEE4-D92C-B8D3-6ABF6727423C}"/>
                  </a:ext>
                </a:extLst>
              </p:cNvPr>
              <p:cNvPicPr>
                <a:picLocks noGrp="1" noRot="1" noChangeAspect="1" noMove="1" noResize="1" noEditPoints="1" noAdjustHandles="1" noChangeArrowheads="1" noChangeShapeType="1"/>
              </p:cNvPicPr>
              <p:nvPr/>
            </p:nvPicPr>
            <p:blipFill>
              <a:blip r:embed="rId15"/>
              <a:stretch>
                <a:fillRect/>
              </a:stretch>
            </p:blipFill>
            <p:spPr>
              <a:xfrm>
                <a:off x="2479722" y="3323965"/>
                <a:ext cx="69572" cy="45719"/>
              </a:xfrm>
              <a:prstGeom prst="rect">
                <a:avLst/>
              </a:prstGeom>
              <a:ln w="3175">
                <a:solidFill>
                  <a:prstClr val="ltGray"/>
                </a:solidFill>
              </a:ln>
            </p:spPr>
          </p:pic>
        </mc:Fallback>
      </mc:AlternateContent>
    </p:spTree>
    <p:extLst>
      <p:ext uri="{BB962C8B-B14F-4D97-AF65-F5344CB8AC3E}">
        <p14:creationId xmlns:p14="http://schemas.microsoft.com/office/powerpoint/2010/main" val="2980811362"/>
      </p:ext>
    </p:extLst>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sp>
        <p:nvSpPr>
          <p:cNvPr id="910" name="Google Shape;910;p37"/>
          <p:cNvSpPr txBox="1">
            <a:spLocks noGrp="1"/>
          </p:cNvSpPr>
          <p:nvPr>
            <p:ph type="title"/>
          </p:nvPr>
        </p:nvSpPr>
        <p:spPr>
          <a:xfrm>
            <a:off x="713225" y="445025"/>
            <a:ext cx="7717500" cy="572700"/>
          </a:xfrm>
          <a:prstGeom prst="rect">
            <a:avLst/>
          </a:prstGeom>
        </p:spPr>
        <p:txBody>
          <a:bodyPr spcFirstLastPara="1" wrap="square" lIns="91425" tIns="91425" rIns="91425" bIns="91425" anchor="ctr" anchorCtr="0">
            <a:noAutofit/>
          </a:bodyPr>
          <a:lstStyle/>
          <a:p>
            <a:pPr lvl="0"/>
            <a:r>
              <a:rPr lang="fr-FR" sz="2000" dirty="0"/>
              <a:t>Les outils et les langages utilisés pour la</a:t>
            </a:r>
            <a:br>
              <a:rPr lang="fr-FR" sz="2000" dirty="0"/>
            </a:br>
            <a:r>
              <a:rPr lang="fr-FR" sz="2000" dirty="0"/>
              <a:t> programmation</a:t>
            </a:r>
          </a:p>
        </p:txBody>
      </p:sp>
      <p:grpSp>
        <p:nvGrpSpPr>
          <p:cNvPr id="928" name="Google Shape;928;p37"/>
          <p:cNvGrpSpPr/>
          <p:nvPr/>
        </p:nvGrpSpPr>
        <p:grpSpPr>
          <a:xfrm>
            <a:off x="101721" y="4505825"/>
            <a:ext cx="8940558" cy="84600"/>
            <a:chOff x="155346" y="4358775"/>
            <a:chExt cx="8934304" cy="84600"/>
          </a:xfrm>
        </p:grpSpPr>
        <p:cxnSp>
          <p:nvCxnSpPr>
            <p:cNvPr id="929" name="Google Shape;929;p37"/>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930" name="Google Shape;930;p37"/>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9" name="Google Shape;939;p37"/>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940" name="Google Shape;940;p37">
            <a:hlinkClick r:id="rId3"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941" name="Google Shape;941;p37">
            <a:hlinkClick r:id="" action="ppaction://noaction"/>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Wed</a:t>
            </a:r>
            <a:endParaRPr sz="1800" b="1">
              <a:solidFill>
                <a:schemeClr val="accent1"/>
              </a:solidFill>
              <a:latin typeface="Poppins"/>
              <a:ea typeface="Poppins"/>
              <a:cs typeface="Poppins"/>
              <a:sym typeface="Poppins"/>
            </a:endParaRPr>
          </a:p>
        </p:txBody>
      </p:sp>
      <p:sp>
        <p:nvSpPr>
          <p:cNvPr id="942" name="Google Shape;942;p37">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943" name="Google Shape;943;p37">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944" name="Google Shape;944;p37">
            <a:hlinkClick r:id="rId4" action="ppaction://hlinksldjump"/>
          </p:cNvPr>
          <p:cNvSpPr txBox="1"/>
          <p:nvPr/>
        </p:nvSpPr>
        <p:spPr>
          <a:xfrm>
            <a:off x="62101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5" name="Google Shape;945;p37">
            <a:hlinkClick r:id="rId4" action="ppaction://hlinksldjump"/>
          </p:cNvPr>
          <p:cNvPicPr preferRelativeResize="0"/>
          <p:nvPr/>
        </p:nvPicPr>
        <p:blipFill rotWithShape="1">
          <a:blip r:embed="rId5">
            <a:alphaModFix/>
          </a:blip>
          <a:srcRect/>
          <a:stretch/>
        </p:blipFill>
        <p:spPr>
          <a:xfrm>
            <a:off x="881657" y="4626989"/>
            <a:ext cx="274320" cy="274320"/>
          </a:xfrm>
          <a:prstGeom prst="rect">
            <a:avLst/>
          </a:prstGeom>
          <a:noFill/>
          <a:ln>
            <a:noFill/>
          </a:ln>
        </p:spPr>
      </p:pic>
      <p:sp>
        <p:nvSpPr>
          <p:cNvPr id="946" name="Google Shape;946;p37"/>
          <p:cNvSpPr txBox="1"/>
          <p:nvPr/>
        </p:nvSpPr>
        <p:spPr>
          <a:xfrm>
            <a:off x="1409473" y="4498986"/>
            <a:ext cx="7968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2"/>
                </a:solidFill>
                <a:latin typeface="Poppins"/>
                <a:ea typeface="Poppins"/>
                <a:cs typeface="Poppins"/>
                <a:sym typeface="Poppins"/>
              </a:rPr>
              <a:t>Mon</a:t>
            </a:r>
            <a:endParaRPr sz="1800" b="1">
              <a:solidFill>
                <a:schemeClr val="accent2"/>
              </a:solidFill>
              <a:latin typeface="Poppins"/>
              <a:ea typeface="Poppins"/>
              <a:cs typeface="Poppins"/>
              <a:sym typeface="Poppins"/>
            </a:endParaRPr>
          </a:p>
        </p:txBody>
      </p:sp>
      <p:sp>
        <p:nvSpPr>
          <p:cNvPr id="947" name="Google Shape;947;p37">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48" name="Google Shape;948;p37">
            <a:hlinkClick r:id="" action="ppaction://noaction"/>
          </p:cNvPr>
          <p:cNvPicPr preferRelativeResize="0"/>
          <p:nvPr/>
        </p:nvPicPr>
        <p:blipFill>
          <a:blip r:embed="rId6">
            <a:alphaModFix/>
          </a:blip>
          <a:stretch>
            <a:fillRect/>
          </a:stretch>
        </p:blipFill>
        <p:spPr>
          <a:xfrm>
            <a:off x="5572688" y="4588783"/>
            <a:ext cx="360876" cy="341206"/>
          </a:xfrm>
          <a:prstGeom prst="rect">
            <a:avLst/>
          </a:prstGeom>
          <a:noFill/>
          <a:ln>
            <a:noFill/>
          </a:ln>
        </p:spPr>
      </p:pic>
      <p:sp>
        <p:nvSpPr>
          <p:cNvPr id="949" name="Google Shape;949;p37">
            <a:hlinkClick r:id="rId7"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0" name="Google Shape;950;p37">
            <a:hlinkClick r:id="rId7" action="ppaction://hlinksldjump"/>
          </p:cNvPr>
          <p:cNvPicPr preferRelativeResize="0"/>
          <p:nvPr/>
        </p:nvPicPr>
        <p:blipFill rotWithShape="1">
          <a:blip r:embed="rId8">
            <a:alphaModFix/>
          </a:blip>
          <a:srcRect t="2723" b="2723"/>
          <a:stretch/>
        </p:blipFill>
        <p:spPr>
          <a:xfrm>
            <a:off x="7225973" y="4656705"/>
            <a:ext cx="217200" cy="205362"/>
          </a:xfrm>
          <a:prstGeom prst="rect">
            <a:avLst/>
          </a:prstGeom>
          <a:noFill/>
          <a:ln>
            <a:noFill/>
          </a:ln>
        </p:spPr>
      </p:pic>
      <p:sp>
        <p:nvSpPr>
          <p:cNvPr id="951" name="Google Shape;951;p37">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2" name="Google Shape;952;p37">
            <a:hlinkClick r:id="" action="ppaction://noaction"/>
          </p:cNvPr>
          <p:cNvPicPr preferRelativeResize="0"/>
          <p:nvPr/>
        </p:nvPicPr>
        <p:blipFill rotWithShape="1">
          <a:blip r:embed="rId9">
            <a:alphaModFix/>
          </a:blip>
          <a:srcRect t="2723" b="2723"/>
          <a:stretch/>
        </p:blipFill>
        <p:spPr>
          <a:xfrm>
            <a:off x="8016583" y="4656705"/>
            <a:ext cx="217200" cy="205362"/>
          </a:xfrm>
          <a:prstGeom prst="rect">
            <a:avLst/>
          </a:prstGeom>
          <a:noFill/>
          <a:ln>
            <a:noFill/>
          </a:ln>
        </p:spPr>
      </p:pic>
      <p:sp>
        <p:nvSpPr>
          <p:cNvPr id="953" name="Google Shape;953;p37">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954" name="Google Shape;954;p37">
            <a:hlinkClick r:id="" action="ppaction://noaction"/>
          </p:cNvPr>
          <p:cNvPicPr preferRelativeResize="0"/>
          <p:nvPr/>
        </p:nvPicPr>
        <p:blipFill rotWithShape="1">
          <a:blip r:embed="rId10">
            <a:alphaModFix/>
          </a:blip>
          <a:srcRect t="2723" b="2723"/>
          <a:stretch/>
        </p:blipFill>
        <p:spPr>
          <a:xfrm>
            <a:off x="6435363" y="4656705"/>
            <a:ext cx="217200" cy="205362"/>
          </a:xfrm>
          <a:prstGeom prst="rect">
            <a:avLst/>
          </a:prstGeom>
          <a:noFill/>
          <a:ln>
            <a:noFill/>
          </a:ln>
        </p:spPr>
      </p:pic>
      <p:sp>
        <p:nvSpPr>
          <p:cNvPr id="970" name="Google Shape;970;p37"/>
          <p:cNvSpPr/>
          <p:nvPr/>
        </p:nvSpPr>
        <p:spPr>
          <a:xfrm>
            <a:off x="1409986"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1" name="Google Shape;971;p37">
            <a:hlinkClick r:id="rId11" action="ppaction://hlinksldjump"/>
          </p:cNvPr>
          <p:cNvPicPr preferRelativeResize="0"/>
          <p:nvPr/>
        </p:nvPicPr>
        <p:blipFill>
          <a:blip r:embed="rId12">
            <a:alphaModFix/>
          </a:blip>
          <a:stretch>
            <a:fillRect/>
          </a:stretch>
        </p:blipFill>
        <p:spPr>
          <a:xfrm>
            <a:off x="713225" y="588499"/>
            <a:ext cx="360887" cy="260251"/>
          </a:xfrm>
          <a:prstGeom prst="rect">
            <a:avLst/>
          </a:prstGeom>
          <a:noFill/>
          <a:ln>
            <a:noFill/>
          </a:ln>
        </p:spPr>
      </p:pic>
      <p:sp>
        <p:nvSpPr>
          <p:cNvPr id="972" name="Google Shape;972;p37">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7">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Rectangle 68">
            <a:extLst>
              <a:ext uri="{FF2B5EF4-FFF2-40B4-BE49-F238E27FC236}">
                <a16:creationId xmlns:a16="http://schemas.microsoft.com/office/drawing/2014/main" id="{C44417E0-91A9-4AE4-A758-834D0239A614}"/>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70" name="Group 69">
            <a:extLst>
              <a:ext uri="{FF2B5EF4-FFF2-40B4-BE49-F238E27FC236}">
                <a16:creationId xmlns:a16="http://schemas.microsoft.com/office/drawing/2014/main" id="{D1CF8F4F-9369-4031-AE60-A33A3257A7B9}"/>
              </a:ext>
            </a:extLst>
          </p:cNvPr>
          <p:cNvGrpSpPr/>
          <p:nvPr/>
        </p:nvGrpSpPr>
        <p:grpSpPr>
          <a:xfrm>
            <a:off x="4220731" y="4588783"/>
            <a:ext cx="789238" cy="411222"/>
            <a:chOff x="5650400" y="6231232"/>
            <a:chExt cx="789238" cy="484094"/>
          </a:xfrm>
        </p:grpSpPr>
        <p:sp>
          <p:nvSpPr>
            <p:cNvPr id="71" name="Oval 70">
              <a:extLst>
                <a:ext uri="{FF2B5EF4-FFF2-40B4-BE49-F238E27FC236}">
                  <a16:creationId xmlns:a16="http://schemas.microsoft.com/office/drawing/2014/main" id="{33EC685C-7B32-468A-9079-EB87C662C91F}"/>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2" name="Slide Number Placeholder 2">
              <a:extLst>
                <a:ext uri="{FF2B5EF4-FFF2-40B4-BE49-F238E27FC236}">
                  <a16:creationId xmlns:a16="http://schemas.microsoft.com/office/drawing/2014/main" id="{7993E8E8-E529-42FA-93A3-A9E1215DAC9D}"/>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7</a:t>
              </a:r>
              <a:endParaRPr lang="fr-FR" sz="2000" b="1" dirty="0">
                <a:cs typeface="Arial" panose="020B0604020202020204" pitchFamily="34" charset="0"/>
              </a:endParaRPr>
            </a:p>
          </p:txBody>
        </p:sp>
      </p:grpSp>
      <p:pic>
        <p:nvPicPr>
          <p:cNvPr id="87" name="Picture 2" descr="Download Django Logo in SVG Vector or PNG File Format - Logo ...">
            <a:extLst>
              <a:ext uri="{FF2B5EF4-FFF2-40B4-BE49-F238E27FC236}">
                <a16:creationId xmlns:a16="http://schemas.microsoft.com/office/drawing/2014/main" id="{C1CB816D-23EF-446B-951A-1B8A5B230637}"/>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t="25170" b="28866"/>
          <a:stretch/>
        </p:blipFill>
        <p:spPr bwMode="auto">
          <a:xfrm>
            <a:off x="1454930" y="2349387"/>
            <a:ext cx="1860928" cy="817937"/>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descr="‪Postgresql plain wordmark logo - Free Icon PNG, SVG‬‏">
            <a:extLst>
              <a:ext uri="{FF2B5EF4-FFF2-40B4-BE49-F238E27FC236}">
                <a16:creationId xmlns:a16="http://schemas.microsoft.com/office/drawing/2014/main" id="{CC513FFF-9FA5-7685-1DCA-A35898A5068B}"/>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4556771" y="1600208"/>
            <a:ext cx="1029445" cy="1041069"/>
          </a:xfrm>
          <a:prstGeom prst="rect">
            <a:avLst/>
          </a:prstGeom>
          <a:noFill/>
          <a:ln>
            <a:noFill/>
          </a:ln>
        </p:spPr>
      </p:pic>
      <p:pic>
        <p:nvPicPr>
          <p:cNvPr id="3" name="Image 2">
            <a:extLst>
              <a:ext uri="{FF2B5EF4-FFF2-40B4-BE49-F238E27FC236}">
                <a16:creationId xmlns:a16="http://schemas.microsoft.com/office/drawing/2014/main" id="{F36FC0E6-316D-571A-04D5-32C4E4CA2803}"/>
              </a:ext>
            </a:extLst>
          </p:cNvPr>
          <p:cNvPicPr>
            <a:picLocks noChangeAspect="1"/>
          </p:cNvPicPr>
          <p:nvPr/>
        </p:nvPicPr>
        <p:blipFill rotWithShape="1">
          <a:blip r:embed="rId15"/>
          <a:srcRect l="5607" t="1003" r="2504" b="2947"/>
          <a:stretch/>
        </p:blipFill>
        <p:spPr bwMode="auto">
          <a:xfrm>
            <a:off x="1881843" y="3464110"/>
            <a:ext cx="1029445" cy="1123447"/>
          </a:xfrm>
          <a:prstGeom prst="rect">
            <a:avLst/>
          </a:prstGeom>
          <a:ln>
            <a:noFill/>
          </a:ln>
          <a:extLst>
            <a:ext uri="{53640926-AAD7-44D8-BBD7-CCE9431645EC}">
              <a14:shadowObscured xmlns:a14="http://schemas.microsoft.com/office/drawing/2010/main"/>
            </a:ext>
          </a:extLst>
        </p:spPr>
      </p:pic>
      <p:pic>
        <p:nvPicPr>
          <p:cNvPr id="5" name="Image 4">
            <a:extLst>
              <a:ext uri="{FF2B5EF4-FFF2-40B4-BE49-F238E27FC236}">
                <a16:creationId xmlns:a16="http://schemas.microsoft.com/office/drawing/2014/main" id="{DB4B889F-FFDC-FC2B-0D15-B83C8E293637}"/>
              </a:ext>
            </a:extLst>
          </p:cNvPr>
          <p:cNvPicPr>
            <a:picLocks noChangeAspect="1"/>
          </p:cNvPicPr>
          <p:nvPr/>
        </p:nvPicPr>
        <p:blipFill rotWithShape="1">
          <a:blip r:embed="rId16">
            <a:extLst>
              <a:ext uri="{28A0092B-C50C-407E-A947-70E740481C1C}">
                <a14:useLocalDpi xmlns:a14="http://schemas.microsoft.com/office/drawing/2010/main" val="0"/>
              </a:ext>
            </a:extLst>
          </a:blip>
          <a:srcRect t="3810" r="7577" b="3591"/>
          <a:stretch/>
        </p:blipFill>
        <p:spPr bwMode="auto">
          <a:xfrm>
            <a:off x="6994765" y="2902744"/>
            <a:ext cx="795600" cy="1041069"/>
          </a:xfrm>
          <a:prstGeom prst="rect">
            <a:avLst/>
          </a:prstGeom>
          <a:ln>
            <a:noFill/>
          </a:ln>
          <a:extLst>
            <a:ext uri="{53640926-AAD7-44D8-BBD7-CCE9431645EC}">
              <a14:shadowObscured xmlns:a14="http://schemas.microsoft.com/office/drawing/2010/main"/>
            </a:ext>
          </a:extLst>
        </p:spPr>
      </p:pic>
      <p:pic>
        <p:nvPicPr>
          <p:cNvPr id="37" name="Image 36">
            <a:extLst>
              <a:ext uri="{FF2B5EF4-FFF2-40B4-BE49-F238E27FC236}">
                <a16:creationId xmlns:a16="http://schemas.microsoft.com/office/drawing/2014/main" id="{7AD3A4BB-0075-4AC8-AD39-11210E49E1A2}"/>
              </a:ext>
            </a:extLst>
          </p:cNvPr>
          <p:cNvPicPr/>
          <p:nvPr/>
        </p:nvPicPr>
        <p:blipFill>
          <a:blip r:embed="rId17"/>
          <a:stretch>
            <a:fillRect/>
          </a:stretch>
        </p:blipFill>
        <p:spPr>
          <a:xfrm>
            <a:off x="1289791" y="1087018"/>
            <a:ext cx="2095583" cy="994108"/>
          </a:xfrm>
          <a:prstGeom prst="rect">
            <a:avLst/>
          </a:prstGeom>
        </p:spPr>
      </p:pic>
      <p:pic>
        <p:nvPicPr>
          <p:cNvPr id="38" name="Image 37">
            <a:extLst>
              <a:ext uri="{FF2B5EF4-FFF2-40B4-BE49-F238E27FC236}">
                <a16:creationId xmlns:a16="http://schemas.microsoft.com/office/drawing/2014/main" id="{8DD9A32A-CC43-4AB1-A0B8-C27EACD25DAC}"/>
              </a:ext>
            </a:extLst>
          </p:cNvPr>
          <p:cNvPicPr/>
          <p:nvPr/>
        </p:nvPicPr>
        <p:blipFill>
          <a:blip r:embed="rId18"/>
          <a:stretch>
            <a:fillRect/>
          </a:stretch>
        </p:blipFill>
        <p:spPr>
          <a:xfrm>
            <a:off x="6877842" y="1503713"/>
            <a:ext cx="1029446" cy="737043"/>
          </a:xfrm>
          <a:prstGeom prst="rect">
            <a:avLst/>
          </a:prstGeom>
        </p:spPr>
      </p:pic>
      <p:pic>
        <p:nvPicPr>
          <p:cNvPr id="39" name="Image 38">
            <a:extLst>
              <a:ext uri="{FF2B5EF4-FFF2-40B4-BE49-F238E27FC236}">
                <a16:creationId xmlns:a16="http://schemas.microsoft.com/office/drawing/2014/main" id="{F21BE226-CD7B-4639-88B0-B5E649A9A844}"/>
              </a:ext>
            </a:extLst>
          </p:cNvPr>
          <p:cNvPicPr/>
          <p:nvPr/>
        </p:nvPicPr>
        <p:blipFill>
          <a:blip r:embed="rId19"/>
          <a:stretch>
            <a:fillRect/>
          </a:stretch>
        </p:blipFill>
        <p:spPr>
          <a:xfrm>
            <a:off x="4069225" y="2902745"/>
            <a:ext cx="2004535" cy="1041068"/>
          </a:xfrm>
          <a:prstGeom prst="rect">
            <a:avLst/>
          </a:prstGeom>
        </p:spPr>
      </p:pic>
    </p:spTree>
    <p:extLst>
      <p:ext uri="{BB962C8B-B14F-4D97-AF65-F5344CB8AC3E}">
        <p14:creationId xmlns:p14="http://schemas.microsoft.com/office/powerpoint/2010/main" val="194755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10"/>
                                        </p:tgtEl>
                                        <p:attrNameLst>
                                          <p:attrName>style.visibility</p:attrName>
                                        </p:attrNameLst>
                                      </p:cBhvr>
                                      <p:to>
                                        <p:strVal val="visible"/>
                                      </p:to>
                                    </p:set>
                                    <p:anim calcmode="lin" valueType="num">
                                      <p:cBhvr additive="base">
                                        <p:cTn id="7" dur="500" fill="hold"/>
                                        <p:tgtEl>
                                          <p:spTgt spid="910"/>
                                        </p:tgtEl>
                                        <p:attrNameLst>
                                          <p:attrName>ppt_x</p:attrName>
                                        </p:attrNameLst>
                                      </p:cBhvr>
                                      <p:tavLst>
                                        <p:tav tm="0">
                                          <p:val>
                                            <p:strVal val="#ppt_x"/>
                                          </p:val>
                                        </p:tav>
                                        <p:tav tm="100000">
                                          <p:val>
                                            <p:strVal val="#ppt_x"/>
                                          </p:val>
                                        </p:tav>
                                      </p:tavLst>
                                    </p:anim>
                                    <p:anim calcmode="lin" valueType="num">
                                      <p:cBhvr additive="base">
                                        <p:cTn id="8" dur="500" fill="hold"/>
                                        <p:tgtEl>
                                          <p:spTgt spid="9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cBhvr additive="base">
                                        <p:cTn id="13" dur="500" fill="hold"/>
                                        <p:tgtEl>
                                          <p:spTgt spid="37"/>
                                        </p:tgtEl>
                                        <p:attrNameLst>
                                          <p:attrName>ppt_x</p:attrName>
                                        </p:attrNameLst>
                                      </p:cBhvr>
                                      <p:tavLst>
                                        <p:tav tm="0">
                                          <p:val>
                                            <p:strVal val="#ppt_x"/>
                                          </p:val>
                                        </p:tav>
                                        <p:tav tm="100000">
                                          <p:val>
                                            <p:strVal val="#ppt_x"/>
                                          </p:val>
                                        </p:tav>
                                      </p:tavLst>
                                    </p:anim>
                                    <p:anim calcmode="lin" valueType="num">
                                      <p:cBhvr additive="base">
                                        <p:cTn id="1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7"/>
                                        </p:tgtEl>
                                        <p:attrNameLst>
                                          <p:attrName>style.visibility</p:attrName>
                                        </p:attrNameLst>
                                      </p:cBhvr>
                                      <p:to>
                                        <p:strVal val="visible"/>
                                      </p:to>
                                    </p:set>
                                    <p:anim calcmode="lin" valueType="num">
                                      <p:cBhvr additive="base">
                                        <p:cTn id="19" dur="500" fill="hold"/>
                                        <p:tgtEl>
                                          <p:spTgt spid="87"/>
                                        </p:tgtEl>
                                        <p:attrNameLst>
                                          <p:attrName>ppt_x</p:attrName>
                                        </p:attrNameLst>
                                      </p:cBhvr>
                                      <p:tavLst>
                                        <p:tav tm="0">
                                          <p:val>
                                            <p:strVal val="#ppt_x"/>
                                          </p:val>
                                        </p:tav>
                                        <p:tav tm="100000">
                                          <p:val>
                                            <p:strVal val="#ppt_x"/>
                                          </p:val>
                                        </p:tav>
                                      </p:tavLst>
                                    </p:anim>
                                    <p:anim calcmode="lin" valueType="num">
                                      <p:cBhvr additive="base">
                                        <p:cTn id="20" dur="500" fill="hold"/>
                                        <p:tgtEl>
                                          <p:spTgt spid="8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3"/>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509" name="Google Shape;509;p33">
            <a:hlinkClick r:id="rId3"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510" name="Google Shape;510;p33">
            <a:hlinkClick r:id="rId4"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accent1"/>
                </a:solidFill>
                <a:latin typeface="Poppins"/>
                <a:ea typeface="Poppins"/>
                <a:cs typeface="Poppins"/>
                <a:sym typeface="Poppins"/>
              </a:rPr>
              <a:t>Wed</a:t>
            </a:r>
            <a:endParaRPr sz="1800" b="1" dirty="0">
              <a:solidFill>
                <a:schemeClr val="accent1"/>
              </a:solidFill>
              <a:latin typeface="Poppins"/>
              <a:ea typeface="Poppins"/>
              <a:cs typeface="Poppins"/>
              <a:sym typeface="Poppins"/>
            </a:endParaRPr>
          </a:p>
        </p:txBody>
      </p:sp>
      <p:sp>
        <p:nvSpPr>
          <p:cNvPr id="511" name="Google Shape;511;p33">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512" name="Google Shape;512;p33">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513" name="Google Shape;513;p33">
            <a:hlinkClick r:id="rId5" action="ppaction://hlinksldjump"/>
          </p:cNvPr>
          <p:cNvSpPr txBox="1"/>
          <p:nvPr/>
        </p:nvSpPr>
        <p:spPr>
          <a:xfrm>
            <a:off x="140947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Mon</a:t>
            </a:r>
            <a:endParaRPr sz="1800" b="1">
              <a:solidFill>
                <a:schemeClr val="accent1"/>
              </a:solidFill>
              <a:latin typeface="Poppins"/>
              <a:ea typeface="Poppins"/>
              <a:cs typeface="Poppins"/>
              <a:sym typeface="Poppins"/>
            </a:endParaRPr>
          </a:p>
        </p:txBody>
      </p:sp>
      <p:sp>
        <p:nvSpPr>
          <p:cNvPr id="514" name="Google Shape;514;p33">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5" name="Google Shape;515;p33">
            <a:hlinkClick r:id="" action="ppaction://noaction"/>
          </p:cNvPr>
          <p:cNvPicPr preferRelativeResize="0"/>
          <p:nvPr/>
        </p:nvPicPr>
        <p:blipFill>
          <a:blip r:embed="rId6">
            <a:alphaModFix/>
          </a:blip>
          <a:stretch>
            <a:fillRect/>
          </a:stretch>
        </p:blipFill>
        <p:spPr>
          <a:xfrm>
            <a:off x="5572688" y="4588783"/>
            <a:ext cx="360876" cy="341206"/>
          </a:xfrm>
          <a:prstGeom prst="rect">
            <a:avLst/>
          </a:prstGeom>
          <a:noFill/>
          <a:ln>
            <a:noFill/>
          </a:ln>
        </p:spPr>
      </p:pic>
      <p:sp>
        <p:nvSpPr>
          <p:cNvPr id="516" name="Google Shape;516;p33">
            <a:hlinkClick r:id="rId4"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7" name="Google Shape;517;p33">
            <a:hlinkClick r:id="rId4" action="ppaction://hlinksldjump"/>
          </p:cNvPr>
          <p:cNvPicPr preferRelativeResize="0"/>
          <p:nvPr/>
        </p:nvPicPr>
        <p:blipFill rotWithShape="1">
          <a:blip r:embed="rId7">
            <a:alphaModFix/>
          </a:blip>
          <a:srcRect t="2723" b="2723"/>
          <a:stretch/>
        </p:blipFill>
        <p:spPr>
          <a:xfrm>
            <a:off x="7225973" y="4656705"/>
            <a:ext cx="217200" cy="205362"/>
          </a:xfrm>
          <a:prstGeom prst="rect">
            <a:avLst/>
          </a:prstGeom>
          <a:noFill/>
          <a:ln>
            <a:noFill/>
          </a:ln>
        </p:spPr>
      </p:pic>
      <p:sp>
        <p:nvSpPr>
          <p:cNvPr id="518" name="Google Shape;518;p33">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9" name="Google Shape;519;p33">
            <a:hlinkClick r:id="" action="ppaction://noaction"/>
          </p:cNvPr>
          <p:cNvPicPr preferRelativeResize="0"/>
          <p:nvPr/>
        </p:nvPicPr>
        <p:blipFill rotWithShape="1">
          <a:blip r:embed="rId8">
            <a:alphaModFix/>
          </a:blip>
          <a:srcRect t="2723" b="2723"/>
          <a:stretch/>
        </p:blipFill>
        <p:spPr>
          <a:xfrm>
            <a:off x="8016583" y="4656705"/>
            <a:ext cx="217200" cy="205362"/>
          </a:xfrm>
          <a:prstGeom prst="rect">
            <a:avLst/>
          </a:prstGeom>
          <a:noFill/>
          <a:ln>
            <a:noFill/>
          </a:ln>
        </p:spPr>
      </p:pic>
      <p:sp>
        <p:nvSpPr>
          <p:cNvPr id="520" name="Google Shape;520;p33">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21" name="Google Shape;521;p33">
            <a:hlinkClick r:id="" action="ppaction://noaction"/>
          </p:cNvPr>
          <p:cNvPicPr preferRelativeResize="0"/>
          <p:nvPr/>
        </p:nvPicPr>
        <p:blipFill rotWithShape="1">
          <a:blip r:embed="rId9">
            <a:alphaModFix/>
          </a:blip>
          <a:srcRect t="2723" b="2723"/>
          <a:stretch/>
        </p:blipFill>
        <p:spPr>
          <a:xfrm>
            <a:off x="6435363" y="4656705"/>
            <a:ext cx="217200" cy="205362"/>
          </a:xfrm>
          <a:prstGeom prst="rect">
            <a:avLst/>
          </a:prstGeom>
          <a:noFill/>
          <a:ln>
            <a:noFill/>
          </a:ln>
        </p:spPr>
      </p:pic>
      <p:grpSp>
        <p:nvGrpSpPr>
          <p:cNvPr id="522" name="Google Shape;522;p33"/>
          <p:cNvGrpSpPr/>
          <p:nvPr/>
        </p:nvGrpSpPr>
        <p:grpSpPr>
          <a:xfrm>
            <a:off x="101721" y="4505825"/>
            <a:ext cx="8940558" cy="84600"/>
            <a:chOff x="155346" y="4358775"/>
            <a:chExt cx="8934304" cy="84600"/>
          </a:xfrm>
        </p:grpSpPr>
        <p:cxnSp>
          <p:nvCxnSpPr>
            <p:cNvPr id="523" name="Google Shape;523;p33"/>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524" name="Google Shape;524;p33"/>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 name="Google Shape;525;p33"/>
          <p:cNvGrpSpPr/>
          <p:nvPr/>
        </p:nvGrpSpPr>
        <p:grpSpPr>
          <a:xfrm flipH="1">
            <a:off x="270750" y="110651"/>
            <a:ext cx="8627325" cy="4089001"/>
            <a:chOff x="270750" y="253149"/>
            <a:chExt cx="8627325" cy="4089001"/>
          </a:xfrm>
        </p:grpSpPr>
        <p:sp>
          <p:nvSpPr>
            <p:cNvPr id="526" name="Google Shape;526;p33"/>
            <p:cNvSpPr/>
            <p:nvPr/>
          </p:nvSpPr>
          <p:spPr>
            <a:xfrm>
              <a:off x="669525" y="1066225"/>
              <a:ext cx="1189800" cy="1189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3"/>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3"/>
            <p:cNvSpPr/>
            <p:nvPr/>
          </p:nvSpPr>
          <p:spPr>
            <a:xfrm>
              <a:off x="8301150" y="40481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3"/>
            <p:cNvSpPr/>
            <p:nvPr/>
          </p:nvSpPr>
          <p:spPr>
            <a:xfrm>
              <a:off x="6009175" y="2531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3"/>
            <p:cNvSpPr/>
            <p:nvPr/>
          </p:nvSpPr>
          <p:spPr>
            <a:xfrm>
              <a:off x="8325975" y="33980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3"/>
            <p:cNvSpPr/>
            <p:nvPr/>
          </p:nvSpPr>
          <p:spPr>
            <a:xfrm>
              <a:off x="3265475" y="2656500"/>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3"/>
            <p:cNvSpPr/>
            <p:nvPr/>
          </p:nvSpPr>
          <p:spPr>
            <a:xfrm>
              <a:off x="5501788" y="1677663"/>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3"/>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 name="Google Shape;534;p33"/>
          <p:cNvSpPr txBox="1">
            <a:spLocks noGrp="1"/>
          </p:cNvSpPr>
          <p:nvPr>
            <p:ph type="title"/>
          </p:nvPr>
        </p:nvSpPr>
        <p:spPr>
          <a:xfrm>
            <a:off x="3969566" y="310458"/>
            <a:ext cx="1189801"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Plan</a:t>
            </a:r>
            <a:endParaRPr dirty="0"/>
          </a:p>
        </p:txBody>
      </p:sp>
      <p:sp>
        <p:nvSpPr>
          <p:cNvPr id="535" name="Google Shape;535;p33">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3">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txBox="1"/>
          <p:nvPr/>
        </p:nvSpPr>
        <p:spPr>
          <a:xfrm>
            <a:off x="7333838" y="1932444"/>
            <a:ext cx="360900" cy="99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00" dirty="0">
                <a:solidFill>
                  <a:schemeClr val="lt2"/>
                </a:solidFill>
                <a:latin typeface="Poppins"/>
                <a:ea typeface="Poppins"/>
                <a:cs typeface="Poppins"/>
                <a:sym typeface="Poppins"/>
              </a:rPr>
              <a:t>7</a:t>
            </a:r>
            <a:endParaRPr sz="1100" dirty="0">
              <a:solidFill>
                <a:schemeClr val="lt2"/>
              </a:solidFill>
              <a:latin typeface="Poppins"/>
              <a:ea typeface="Poppins"/>
              <a:cs typeface="Poppins"/>
              <a:sym typeface="Poppins"/>
            </a:endParaRPr>
          </a:p>
        </p:txBody>
      </p:sp>
      <p:sp>
        <p:nvSpPr>
          <p:cNvPr id="570" name="Google Shape;570;p33"/>
          <p:cNvSpPr txBox="1"/>
          <p:nvPr/>
        </p:nvSpPr>
        <p:spPr>
          <a:xfrm>
            <a:off x="621017" y="4498986"/>
            <a:ext cx="7956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71" name="Google Shape;571;p33">
            <a:hlinkClick r:id="rId10" action="ppaction://hlinksldjump"/>
          </p:cNvPr>
          <p:cNvPicPr preferRelativeResize="0"/>
          <p:nvPr/>
        </p:nvPicPr>
        <p:blipFill rotWithShape="1">
          <a:blip r:embed="rId11">
            <a:alphaModFix/>
          </a:blip>
          <a:srcRect/>
          <a:stretch/>
        </p:blipFill>
        <p:spPr>
          <a:xfrm>
            <a:off x="881657" y="4626989"/>
            <a:ext cx="274320" cy="274320"/>
          </a:xfrm>
          <a:prstGeom prst="rect">
            <a:avLst/>
          </a:prstGeom>
          <a:noFill/>
          <a:ln>
            <a:noFill/>
          </a:ln>
        </p:spPr>
      </p:pic>
      <p:sp>
        <p:nvSpPr>
          <p:cNvPr id="572" name="Google Shape;572;p33"/>
          <p:cNvSpPr/>
          <p:nvPr/>
        </p:nvSpPr>
        <p:spPr>
          <a:xfrm>
            <a:off x="621792"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 name="Google Shape;485;p32">
            <a:hlinkClick r:id="rId10" action="ppaction://hlinksldjump"/>
            <a:extLst>
              <a:ext uri="{FF2B5EF4-FFF2-40B4-BE49-F238E27FC236}">
                <a16:creationId xmlns:a16="http://schemas.microsoft.com/office/drawing/2014/main" id="{ADF424EB-D5F1-49C9-9A70-9EDC98454CB7}"/>
              </a:ext>
            </a:extLst>
          </p:cNvPr>
          <p:cNvPicPr preferRelativeResize="0"/>
          <p:nvPr/>
        </p:nvPicPr>
        <p:blipFill>
          <a:blip r:embed="rId12">
            <a:alphaModFix/>
          </a:blip>
          <a:stretch>
            <a:fillRect/>
          </a:stretch>
        </p:blipFill>
        <p:spPr>
          <a:xfrm>
            <a:off x="713224" y="585350"/>
            <a:ext cx="360887" cy="260251"/>
          </a:xfrm>
          <a:prstGeom prst="rect">
            <a:avLst/>
          </a:prstGeom>
          <a:noFill/>
          <a:ln>
            <a:noFill/>
          </a:ln>
        </p:spPr>
      </p:pic>
      <p:sp>
        <p:nvSpPr>
          <p:cNvPr id="43" name="Rectangle 42">
            <a:extLst>
              <a:ext uri="{FF2B5EF4-FFF2-40B4-BE49-F238E27FC236}">
                <a16:creationId xmlns:a16="http://schemas.microsoft.com/office/drawing/2014/main" id="{7BE7C0C3-CC4E-499A-BEDB-4BDA359E30D4}"/>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44" name="Group 43">
            <a:extLst>
              <a:ext uri="{FF2B5EF4-FFF2-40B4-BE49-F238E27FC236}">
                <a16:creationId xmlns:a16="http://schemas.microsoft.com/office/drawing/2014/main" id="{1F82DD43-3B25-4D0E-86FD-CD1CD173A760}"/>
              </a:ext>
            </a:extLst>
          </p:cNvPr>
          <p:cNvGrpSpPr/>
          <p:nvPr/>
        </p:nvGrpSpPr>
        <p:grpSpPr>
          <a:xfrm>
            <a:off x="4220731" y="4588783"/>
            <a:ext cx="789238" cy="411222"/>
            <a:chOff x="5650400" y="6231232"/>
            <a:chExt cx="789238" cy="484094"/>
          </a:xfrm>
        </p:grpSpPr>
        <p:sp>
          <p:nvSpPr>
            <p:cNvPr id="45" name="Oval 44">
              <a:extLst>
                <a:ext uri="{FF2B5EF4-FFF2-40B4-BE49-F238E27FC236}">
                  <a16:creationId xmlns:a16="http://schemas.microsoft.com/office/drawing/2014/main" id="{81481BAD-983F-4E74-A9E4-B9D35907A263}"/>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Slide Number Placeholder 2">
              <a:extLst>
                <a:ext uri="{FF2B5EF4-FFF2-40B4-BE49-F238E27FC236}">
                  <a16:creationId xmlns:a16="http://schemas.microsoft.com/office/drawing/2014/main" id="{61EA88BF-C26E-4426-889E-3A13DCAF0617}"/>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1</a:t>
              </a:r>
              <a:endParaRPr lang="fr-FR" sz="2000" b="1" dirty="0">
                <a:cs typeface="Arial" panose="020B0604020202020204" pitchFamily="34" charset="0"/>
              </a:endParaRPr>
            </a:p>
          </p:txBody>
        </p:sp>
      </p:grpSp>
      <p:sp>
        <p:nvSpPr>
          <p:cNvPr id="59" name="Google Shape;515;p65">
            <a:extLst>
              <a:ext uri="{FF2B5EF4-FFF2-40B4-BE49-F238E27FC236}">
                <a16:creationId xmlns:a16="http://schemas.microsoft.com/office/drawing/2014/main" id="{08D9E33F-D2F0-45EB-6435-2BE568B67DB7}"/>
              </a:ext>
            </a:extLst>
          </p:cNvPr>
          <p:cNvSpPr/>
          <p:nvPr/>
        </p:nvSpPr>
        <p:spPr>
          <a:xfrm flipH="1">
            <a:off x="1966071" y="1460608"/>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01</a:t>
            </a:r>
            <a:endParaRPr lang="fr-FR" sz="3600" noProof="0" dirty="0">
              <a:solidFill>
                <a:schemeClr val="tx2"/>
              </a:solidFill>
              <a:latin typeface="Montserrat ExtraBold"/>
              <a:ea typeface="Montserrat ExtraBold"/>
              <a:cs typeface="Montserrat ExtraBold"/>
              <a:sym typeface="Montserrat ExtraBold"/>
            </a:endParaRPr>
          </a:p>
        </p:txBody>
      </p:sp>
      <p:cxnSp>
        <p:nvCxnSpPr>
          <p:cNvPr id="60" name="Google Shape;522;p65">
            <a:extLst>
              <a:ext uri="{FF2B5EF4-FFF2-40B4-BE49-F238E27FC236}">
                <a16:creationId xmlns:a16="http://schemas.microsoft.com/office/drawing/2014/main" id="{C15FCF81-6CA1-D650-4DBD-20E3A7171D8C}"/>
              </a:ext>
            </a:extLst>
          </p:cNvPr>
          <p:cNvCxnSpPr>
            <a:cxnSpLocks/>
          </p:cNvCxnSpPr>
          <p:nvPr/>
        </p:nvCxnSpPr>
        <p:spPr>
          <a:xfrm>
            <a:off x="2761672" y="1834832"/>
            <a:ext cx="3227596" cy="686"/>
          </a:xfrm>
          <a:prstGeom prst="straightConnector1">
            <a:avLst/>
          </a:prstGeom>
          <a:noFill/>
          <a:ln w="38100" cap="flat" cmpd="sng">
            <a:solidFill>
              <a:schemeClr val="tx1"/>
            </a:solidFill>
            <a:prstDash val="solid"/>
            <a:round/>
            <a:headEnd type="none" w="med" len="med"/>
            <a:tailEnd type="none" w="med" len="med"/>
          </a:ln>
        </p:spPr>
      </p:cxnSp>
      <p:sp>
        <p:nvSpPr>
          <p:cNvPr id="461" name="Google Shape;515;p65">
            <a:extLst>
              <a:ext uri="{FF2B5EF4-FFF2-40B4-BE49-F238E27FC236}">
                <a16:creationId xmlns:a16="http://schemas.microsoft.com/office/drawing/2014/main" id="{FB4BBE55-839A-EB70-3315-DA8ABC420CFE}"/>
              </a:ext>
            </a:extLst>
          </p:cNvPr>
          <p:cNvSpPr/>
          <p:nvPr/>
        </p:nvSpPr>
        <p:spPr>
          <a:xfrm flipH="1">
            <a:off x="6006334" y="1480985"/>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02</a:t>
            </a:r>
            <a:endParaRPr lang="fr-FR" sz="4000" noProof="0" dirty="0">
              <a:solidFill>
                <a:schemeClr val="tx2"/>
              </a:solidFill>
              <a:latin typeface="Montserrat ExtraBold"/>
              <a:ea typeface="Montserrat ExtraBold"/>
              <a:cs typeface="Montserrat ExtraBold"/>
              <a:sym typeface="Montserrat ExtraBold"/>
            </a:endParaRPr>
          </a:p>
        </p:txBody>
      </p:sp>
      <p:sp>
        <p:nvSpPr>
          <p:cNvPr id="462" name="Google Shape;515;p65">
            <a:extLst>
              <a:ext uri="{FF2B5EF4-FFF2-40B4-BE49-F238E27FC236}">
                <a16:creationId xmlns:a16="http://schemas.microsoft.com/office/drawing/2014/main" id="{D4EF3A02-2731-70AA-5207-B59EBE77B4E4}"/>
              </a:ext>
            </a:extLst>
          </p:cNvPr>
          <p:cNvSpPr/>
          <p:nvPr/>
        </p:nvSpPr>
        <p:spPr>
          <a:xfrm flipH="1">
            <a:off x="1983181" y="2986769"/>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03</a:t>
            </a:r>
          </a:p>
        </p:txBody>
      </p:sp>
      <p:sp>
        <p:nvSpPr>
          <p:cNvPr id="463" name="Google Shape;515;p65">
            <a:extLst>
              <a:ext uri="{FF2B5EF4-FFF2-40B4-BE49-F238E27FC236}">
                <a16:creationId xmlns:a16="http://schemas.microsoft.com/office/drawing/2014/main" id="{22E134E3-0F8F-75AE-93D4-6A6919A6843D}"/>
              </a:ext>
            </a:extLst>
          </p:cNvPr>
          <p:cNvSpPr/>
          <p:nvPr/>
        </p:nvSpPr>
        <p:spPr>
          <a:xfrm flipH="1">
            <a:off x="6020327" y="2990167"/>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04</a:t>
            </a:r>
          </a:p>
        </p:txBody>
      </p:sp>
      <p:cxnSp>
        <p:nvCxnSpPr>
          <p:cNvPr id="464" name="Google Shape;522;p65">
            <a:extLst>
              <a:ext uri="{FF2B5EF4-FFF2-40B4-BE49-F238E27FC236}">
                <a16:creationId xmlns:a16="http://schemas.microsoft.com/office/drawing/2014/main" id="{CE56E639-1625-BB5C-E815-2333DA156ED3}"/>
              </a:ext>
            </a:extLst>
          </p:cNvPr>
          <p:cNvCxnSpPr>
            <a:cxnSpLocks/>
          </p:cNvCxnSpPr>
          <p:nvPr/>
        </p:nvCxnSpPr>
        <p:spPr>
          <a:xfrm>
            <a:off x="2787300" y="3354460"/>
            <a:ext cx="3227596" cy="686"/>
          </a:xfrm>
          <a:prstGeom prst="straightConnector1">
            <a:avLst/>
          </a:prstGeom>
          <a:noFill/>
          <a:ln w="38100" cap="flat" cmpd="sng">
            <a:solidFill>
              <a:schemeClr val="tx1"/>
            </a:solidFill>
            <a:prstDash val="solid"/>
            <a:round/>
            <a:headEnd type="none" w="med" len="med"/>
            <a:tailEnd type="none" w="med" len="med"/>
          </a:ln>
        </p:spPr>
      </p:cxnSp>
      <p:cxnSp>
        <p:nvCxnSpPr>
          <p:cNvPr id="465" name="Google Shape;522;p65">
            <a:extLst>
              <a:ext uri="{FF2B5EF4-FFF2-40B4-BE49-F238E27FC236}">
                <a16:creationId xmlns:a16="http://schemas.microsoft.com/office/drawing/2014/main" id="{E20DB54E-A62F-B478-5EF5-DA0A277C9C03}"/>
              </a:ext>
            </a:extLst>
          </p:cNvPr>
          <p:cNvCxnSpPr>
            <a:cxnSpLocks/>
          </p:cNvCxnSpPr>
          <p:nvPr/>
        </p:nvCxnSpPr>
        <p:spPr>
          <a:xfrm flipV="1">
            <a:off x="2363871" y="2578789"/>
            <a:ext cx="4040263" cy="32564"/>
          </a:xfrm>
          <a:prstGeom prst="straightConnector1">
            <a:avLst/>
          </a:prstGeom>
          <a:noFill/>
          <a:ln w="38100" cap="flat" cmpd="sng">
            <a:solidFill>
              <a:schemeClr val="tx1"/>
            </a:solidFill>
            <a:prstDash val="solid"/>
            <a:round/>
            <a:headEnd type="none" w="med" len="med"/>
            <a:tailEnd type="none" w="med" len="med"/>
          </a:ln>
        </p:spPr>
      </p:cxnSp>
      <p:cxnSp>
        <p:nvCxnSpPr>
          <p:cNvPr id="468" name="Google Shape;522;p65">
            <a:extLst>
              <a:ext uri="{FF2B5EF4-FFF2-40B4-BE49-F238E27FC236}">
                <a16:creationId xmlns:a16="http://schemas.microsoft.com/office/drawing/2014/main" id="{ACC22A3A-260F-4C3B-4CC7-E6FD6698E4E8}"/>
              </a:ext>
            </a:extLst>
          </p:cNvPr>
          <p:cNvCxnSpPr>
            <a:cxnSpLocks/>
          </p:cNvCxnSpPr>
          <p:nvPr/>
        </p:nvCxnSpPr>
        <p:spPr>
          <a:xfrm flipV="1">
            <a:off x="6393317" y="2192974"/>
            <a:ext cx="0" cy="404356"/>
          </a:xfrm>
          <a:prstGeom prst="straightConnector1">
            <a:avLst/>
          </a:prstGeom>
          <a:noFill/>
          <a:ln w="38100" cap="flat" cmpd="sng">
            <a:solidFill>
              <a:schemeClr val="tx1"/>
            </a:solidFill>
            <a:prstDash val="solid"/>
            <a:round/>
            <a:headEnd type="none" w="med" len="med"/>
            <a:tailEnd type="none" w="med" len="med"/>
          </a:ln>
        </p:spPr>
      </p:cxnSp>
      <p:cxnSp>
        <p:nvCxnSpPr>
          <p:cNvPr id="472" name="Google Shape;522;p65">
            <a:extLst>
              <a:ext uri="{FF2B5EF4-FFF2-40B4-BE49-F238E27FC236}">
                <a16:creationId xmlns:a16="http://schemas.microsoft.com/office/drawing/2014/main" id="{42B54E66-EE56-4343-930C-E43CA7CE8B77}"/>
              </a:ext>
            </a:extLst>
          </p:cNvPr>
          <p:cNvCxnSpPr>
            <a:cxnSpLocks/>
          </p:cNvCxnSpPr>
          <p:nvPr/>
        </p:nvCxnSpPr>
        <p:spPr>
          <a:xfrm flipV="1">
            <a:off x="2362302" y="2611353"/>
            <a:ext cx="0" cy="404356"/>
          </a:xfrm>
          <a:prstGeom prst="straightConnector1">
            <a:avLst/>
          </a:prstGeom>
          <a:noFill/>
          <a:ln w="38100" cap="flat" cmpd="sng">
            <a:solidFill>
              <a:schemeClr val="tx1"/>
            </a:solidFill>
            <a:prstDash val="solid"/>
            <a:round/>
            <a:headEnd type="none" w="med" len="med"/>
            <a:tailEnd type="none" w="med" len="med"/>
          </a:ln>
        </p:spPr>
      </p:cxnSp>
      <p:sp>
        <p:nvSpPr>
          <p:cNvPr id="473" name="Google Shape;537;p33">
            <a:extLst>
              <a:ext uri="{FF2B5EF4-FFF2-40B4-BE49-F238E27FC236}">
                <a16:creationId xmlns:a16="http://schemas.microsoft.com/office/drawing/2014/main" id="{A19912F7-B0C5-9E1C-8948-65E3BBCAD8B6}"/>
              </a:ext>
            </a:extLst>
          </p:cNvPr>
          <p:cNvSpPr/>
          <p:nvPr/>
        </p:nvSpPr>
        <p:spPr>
          <a:xfrm>
            <a:off x="101721" y="1628215"/>
            <a:ext cx="1934790"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Introduction</a:t>
            </a:r>
            <a:endParaRPr sz="2000" dirty="0">
              <a:solidFill>
                <a:schemeClr val="lt2"/>
              </a:solidFill>
              <a:latin typeface="Poppins ExtraBold"/>
              <a:ea typeface="Poppins ExtraBold"/>
              <a:cs typeface="Poppins ExtraBold"/>
              <a:sym typeface="Poppins ExtraBold"/>
            </a:endParaRPr>
          </a:p>
        </p:txBody>
      </p:sp>
      <p:sp>
        <p:nvSpPr>
          <p:cNvPr id="474" name="Google Shape;540;p33">
            <a:extLst>
              <a:ext uri="{FF2B5EF4-FFF2-40B4-BE49-F238E27FC236}">
                <a16:creationId xmlns:a16="http://schemas.microsoft.com/office/drawing/2014/main" id="{1C220804-BDFC-98E1-25EA-1F05C856220A}"/>
              </a:ext>
            </a:extLst>
          </p:cNvPr>
          <p:cNvSpPr/>
          <p:nvPr/>
        </p:nvSpPr>
        <p:spPr>
          <a:xfrm>
            <a:off x="101722" y="3029881"/>
            <a:ext cx="1938464" cy="647868"/>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Réalisation Technique</a:t>
            </a:r>
            <a:endParaRPr sz="2000" dirty="0">
              <a:solidFill>
                <a:schemeClr val="lt2"/>
              </a:solidFill>
              <a:latin typeface="Poppins ExtraBold"/>
              <a:ea typeface="Poppins ExtraBold"/>
              <a:cs typeface="Poppins ExtraBold"/>
              <a:sym typeface="Poppins ExtraBold"/>
            </a:endParaRPr>
          </a:p>
        </p:txBody>
      </p:sp>
      <p:sp>
        <p:nvSpPr>
          <p:cNvPr id="475" name="Google Shape;539;p33">
            <a:extLst>
              <a:ext uri="{FF2B5EF4-FFF2-40B4-BE49-F238E27FC236}">
                <a16:creationId xmlns:a16="http://schemas.microsoft.com/office/drawing/2014/main" id="{B476AEB3-604F-7740-9B7A-48886B07DD75}"/>
              </a:ext>
            </a:extLst>
          </p:cNvPr>
          <p:cNvSpPr/>
          <p:nvPr/>
        </p:nvSpPr>
        <p:spPr>
          <a:xfrm>
            <a:off x="6729962" y="1653921"/>
            <a:ext cx="1841517" cy="355118"/>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Conception</a:t>
            </a:r>
            <a:endParaRPr sz="2000" dirty="0">
              <a:solidFill>
                <a:schemeClr val="lt2"/>
              </a:solidFill>
              <a:latin typeface="Poppins ExtraBold"/>
              <a:ea typeface="Poppins ExtraBold"/>
              <a:cs typeface="Poppins ExtraBold"/>
              <a:sym typeface="Poppins ExtraBold"/>
            </a:endParaRPr>
          </a:p>
        </p:txBody>
      </p:sp>
      <p:sp>
        <p:nvSpPr>
          <p:cNvPr id="476" name="Google Shape;541;p33">
            <a:extLst>
              <a:ext uri="{FF2B5EF4-FFF2-40B4-BE49-F238E27FC236}">
                <a16:creationId xmlns:a16="http://schemas.microsoft.com/office/drawing/2014/main" id="{67C4A2C2-362B-EC75-C3DA-AE81847B142F}"/>
              </a:ext>
            </a:extLst>
          </p:cNvPr>
          <p:cNvSpPr/>
          <p:nvPr/>
        </p:nvSpPr>
        <p:spPr>
          <a:xfrm>
            <a:off x="6712048" y="3150189"/>
            <a:ext cx="2330227"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D</a:t>
            </a:r>
            <a:r>
              <a:rPr lang="fr-FR" sz="2000" dirty="0">
                <a:solidFill>
                  <a:schemeClr val="lt2"/>
                </a:solidFill>
                <a:latin typeface="Poppins ExtraBold"/>
                <a:ea typeface="Poppins ExtraBold"/>
                <a:cs typeface="Poppins ExtraBold"/>
                <a:sym typeface="Poppins ExtraBold"/>
              </a:rPr>
              <a:t>é</a:t>
            </a:r>
            <a:r>
              <a:rPr lang="en" sz="2000" dirty="0">
                <a:solidFill>
                  <a:schemeClr val="lt2"/>
                </a:solidFill>
                <a:latin typeface="Poppins ExtraBold"/>
                <a:ea typeface="Poppins ExtraBold"/>
                <a:cs typeface="Poppins ExtraBold"/>
                <a:sym typeface="Poppins ExtraBold"/>
              </a:rPr>
              <a:t>monstration</a:t>
            </a:r>
            <a:endParaRPr sz="2000" dirty="0">
              <a:solidFill>
                <a:schemeClr val="lt2"/>
              </a:solidFill>
              <a:latin typeface="Poppins ExtraBold"/>
              <a:ea typeface="Poppins ExtraBold"/>
              <a:cs typeface="Poppins ExtraBold"/>
              <a:sym typeface="Poppins ExtraBold"/>
            </a:endParaRPr>
          </a:p>
        </p:txBody>
      </p:sp>
      <mc:AlternateContent xmlns:mc="http://schemas.openxmlformats.org/markup-compatibility/2006" xmlns:pslz="http://schemas.microsoft.com/office/powerpoint/2016/slidezoom">
        <mc:Choice Requires="pslz">
          <p:graphicFrame>
            <p:nvGraphicFramePr>
              <p:cNvPr id="3" name="Zoom de diapositive 2">
                <a:extLst>
                  <a:ext uri="{FF2B5EF4-FFF2-40B4-BE49-F238E27FC236}">
                    <a16:creationId xmlns:a16="http://schemas.microsoft.com/office/drawing/2014/main" id="{04C8DCD7-0EA2-3AE7-5CF0-E6A1695AC814}"/>
                  </a:ext>
                </a:extLst>
              </p:cNvPr>
              <p:cNvGraphicFramePr>
                <a:graphicFrameLocks noChangeAspect="1"/>
              </p:cNvGraphicFramePr>
              <p:nvPr>
                <p:extLst>
                  <p:ext uri="{D42A27DB-BD31-4B8C-83A1-F6EECF244321}">
                    <p14:modId xmlns:p14="http://schemas.microsoft.com/office/powerpoint/2010/main" val="2239644117"/>
                  </p:ext>
                </p:extLst>
              </p:nvPr>
            </p:nvGraphicFramePr>
            <p:xfrm>
              <a:off x="6435363" y="3391702"/>
              <a:ext cx="69572" cy="45719"/>
            </p:xfrm>
            <a:graphic>
              <a:graphicData uri="http://schemas.microsoft.com/office/powerpoint/2016/slidezoom">
                <pslz:sldZm>
                  <pslz:sldZmObj sldId="283" cId="0">
                    <pslz:zmPr id="{445B3BA7-1368-4852-804B-7B5089A3FA61}" returnToParent="0" imageType="cover" transitionDur="1000">
                      <p166:blipFill xmlns:p166="http://schemas.microsoft.com/office/powerpoint/2016/6/main">
                        <a:blip r:embed="rId13"/>
                        <a:stretch>
                          <a:fillRect/>
                        </a:stretch>
                      </p166:blipFill>
                      <p166:spPr xmlns:p166="http://schemas.microsoft.com/office/powerpoint/2016/6/main">
                        <a:xfrm>
                          <a:off x="0" y="0"/>
                          <a:ext cx="69572" cy="45719"/>
                        </a:xfrm>
                        <a:prstGeom prst="rect">
                          <a:avLst/>
                        </a:prstGeom>
                        <a:ln w="3175">
                          <a:solidFill>
                            <a:prstClr val="ltGray"/>
                          </a:solidFill>
                        </a:ln>
                      </p166:spPr>
                    </pslz:zmPr>
                  </pslz:sldZmObj>
                </pslz:sldZm>
              </a:graphicData>
            </a:graphic>
          </p:graphicFrame>
        </mc:Choice>
        <mc:Fallback xmlns="">
          <p:pic>
            <p:nvPicPr>
              <p:cNvPr id="3" name="Zoom de diapositive 2">
                <a:hlinkClick r:id="rId14" action="ppaction://hlinksldjump"/>
                <a:extLst>
                  <a:ext uri="{FF2B5EF4-FFF2-40B4-BE49-F238E27FC236}">
                    <a16:creationId xmlns:a16="http://schemas.microsoft.com/office/drawing/2014/main" id="{04C8DCD7-0EA2-3AE7-5CF0-E6A1695AC814}"/>
                  </a:ext>
                </a:extLst>
              </p:cNvPr>
              <p:cNvPicPr>
                <a:picLocks noGrp="1" noRot="1" noChangeAspect="1" noMove="1" noResize="1" noEditPoints="1" noAdjustHandles="1" noChangeArrowheads="1" noChangeShapeType="1"/>
              </p:cNvPicPr>
              <p:nvPr/>
            </p:nvPicPr>
            <p:blipFill>
              <a:blip r:embed="rId15"/>
              <a:stretch>
                <a:fillRect/>
              </a:stretch>
            </p:blipFill>
            <p:spPr>
              <a:xfrm>
                <a:off x="6435363" y="3391702"/>
                <a:ext cx="69572" cy="45719"/>
              </a:xfrm>
              <a:prstGeom prst="rect">
                <a:avLst/>
              </a:prstGeom>
              <a:ln w="3175">
                <a:solidFill>
                  <a:prstClr val="ltGray"/>
                </a:solidFill>
              </a:ln>
            </p:spPr>
          </p:pic>
        </mc:Fallback>
      </mc:AlternateContent>
    </p:spTree>
    <p:extLst>
      <p:ext uri="{BB962C8B-B14F-4D97-AF65-F5344CB8AC3E}">
        <p14:creationId xmlns:p14="http://schemas.microsoft.com/office/powerpoint/2010/main" val="2221391254"/>
      </p:ext>
    </p:extLst>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75"/>
        <p:cNvGrpSpPr/>
        <p:nvPr/>
      </p:nvGrpSpPr>
      <p:grpSpPr>
        <a:xfrm>
          <a:off x="0" y="0"/>
          <a:ext cx="0" cy="0"/>
          <a:chOff x="0" y="0"/>
          <a:chExt cx="0" cy="0"/>
        </a:xfrm>
      </p:grpSpPr>
      <p:sp>
        <p:nvSpPr>
          <p:cNvPr id="2576" name="Google Shape;2576;p58"/>
          <p:cNvSpPr txBox="1">
            <a:spLocks noGrp="1"/>
          </p:cNvSpPr>
          <p:nvPr>
            <p:ph type="title"/>
          </p:nvPr>
        </p:nvSpPr>
        <p:spPr>
          <a:xfrm>
            <a:off x="713225" y="445025"/>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400" dirty="0"/>
              <a:t>Démonstration de l’application</a:t>
            </a:r>
            <a:endParaRPr sz="2400" dirty="0"/>
          </a:p>
        </p:txBody>
      </p:sp>
      <p:grpSp>
        <p:nvGrpSpPr>
          <p:cNvPr id="2577" name="Google Shape;2577;p58"/>
          <p:cNvGrpSpPr/>
          <p:nvPr/>
        </p:nvGrpSpPr>
        <p:grpSpPr>
          <a:xfrm>
            <a:off x="101721" y="4505825"/>
            <a:ext cx="8940558" cy="84600"/>
            <a:chOff x="155346" y="4358775"/>
            <a:chExt cx="8934304" cy="84600"/>
          </a:xfrm>
        </p:grpSpPr>
        <p:cxnSp>
          <p:nvCxnSpPr>
            <p:cNvPr id="2578" name="Google Shape;2578;p58"/>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2579" name="Google Shape;2579;p58"/>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580" name="Google Shape;2580;p58">
            <a:hlinkClick r:id="rId3" action="ppaction://hlinksldjump"/>
          </p:cNvPr>
          <p:cNvPicPr preferRelativeResize="0"/>
          <p:nvPr/>
        </p:nvPicPr>
        <p:blipFill>
          <a:blip r:embed="rId4">
            <a:alphaModFix/>
          </a:blip>
          <a:stretch>
            <a:fillRect/>
          </a:stretch>
        </p:blipFill>
        <p:spPr>
          <a:xfrm>
            <a:off x="713224" y="585350"/>
            <a:ext cx="360887" cy="260251"/>
          </a:xfrm>
          <a:prstGeom prst="rect">
            <a:avLst/>
          </a:prstGeom>
          <a:noFill/>
          <a:ln>
            <a:noFill/>
          </a:ln>
        </p:spPr>
      </p:pic>
      <p:sp>
        <p:nvSpPr>
          <p:cNvPr id="2581" name="Google Shape;2581;p58">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58">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58"/>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2584" name="Google Shape;2584;p58">
            <a:hlinkClick r:id="rId5"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2585" name="Google Shape;2585;p58">
            <a:hlinkClick r:id="rId6"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Wed</a:t>
            </a:r>
            <a:endParaRPr sz="1800" b="1">
              <a:solidFill>
                <a:schemeClr val="accent1"/>
              </a:solidFill>
              <a:latin typeface="Poppins"/>
              <a:ea typeface="Poppins"/>
              <a:cs typeface="Poppins"/>
              <a:sym typeface="Poppins"/>
            </a:endParaRPr>
          </a:p>
        </p:txBody>
      </p:sp>
      <p:sp>
        <p:nvSpPr>
          <p:cNvPr id="2586" name="Google Shape;2586;p58">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2587" name="Google Shape;2587;p58">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2588" name="Google Shape;2588;p58">
            <a:hlinkClick r:id="rId3" action="ppaction://hlinksldjump"/>
          </p:cNvPr>
          <p:cNvSpPr txBox="1"/>
          <p:nvPr/>
        </p:nvSpPr>
        <p:spPr>
          <a:xfrm>
            <a:off x="62101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2589" name="Google Shape;2589;p58">
            <a:hlinkClick r:id="rId3" action="ppaction://hlinksldjump"/>
          </p:cNvPr>
          <p:cNvPicPr preferRelativeResize="0"/>
          <p:nvPr/>
        </p:nvPicPr>
        <p:blipFill rotWithShape="1">
          <a:blip r:embed="rId7">
            <a:alphaModFix/>
          </a:blip>
          <a:srcRect/>
          <a:stretch/>
        </p:blipFill>
        <p:spPr>
          <a:xfrm>
            <a:off x="881657" y="4626989"/>
            <a:ext cx="274320" cy="274320"/>
          </a:xfrm>
          <a:prstGeom prst="rect">
            <a:avLst/>
          </a:prstGeom>
          <a:noFill/>
          <a:ln>
            <a:noFill/>
          </a:ln>
        </p:spPr>
      </p:pic>
      <p:sp>
        <p:nvSpPr>
          <p:cNvPr id="2590" name="Google Shape;2590;p58">
            <a:hlinkClick r:id="rId8" action="ppaction://hlinksldjump"/>
          </p:cNvPr>
          <p:cNvSpPr txBox="1"/>
          <p:nvPr/>
        </p:nvSpPr>
        <p:spPr>
          <a:xfrm>
            <a:off x="140947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Mon</a:t>
            </a:r>
            <a:endParaRPr sz="1800" b="1">
              <a:solidFill>
                <a:schemeClr val="accent1"/>
              </a:solidFill>
              <a:latin typeface="Poppins"/>
              <a:ea typeface="Poppins"/>
              <a:cs typeface="Poppins"/>
              <a:sym typeface="Poppins"/>
            </a:endParaRPr>
          </a:p>
        </p:txBody>
      </p:sp>
      <p:sp>
        <p:nvSpPr>
          <p:cNvPr id="2591" name="Google Shape;2591;p58">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2592" name="Google Shape;2592;p58">
            <a:hlinkClick r:id="" action="ppaction://noaction"/>
          </p:cNvPr>
          <p:cNvPicPr preferRelativeResize="0"/>
          <p:nvPr/>
        </p:nvPicPr>
        <p:blipFill>
          <a:blip r:embed="rId9">
            <a:alphaModFix/>
          </a:blip>
          <a:stretch>
            <a:fillRect/>
          </a:stretch>
        </p:blipFill>
        <p:spPr>
          <a:xfrm>
            <a:off x="5572688" y="4588783"/>
            <a:ext cx="360876" cy="341206"/>
          </a:xfrm>
          <a:prstGeom prst="rect">
            <a:avLst/>
          </a:prstGeom>
          <a:noFill/>
          <a:ln>
            <a:noFill/>
          </a:ln>
        </p:spPr>
      </p:pic>
      <p:sp>
        <p:nvSpPr>
          <p:cNvPr id="2593" name="Google Shape;2593;p58">
            <a:hlinkClick r:id="rId6"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2594" name="Google Shape;2594;p58">
            <a:hlinkClick r:id="rId6" action="ppaction://hlinksldjump"/>
          </p:cNvPr>
          <p:cNvPicPr preferRelativeResize="0"/>
          <p:nvPr/>
        </p:nvPicPr>
        <p:blipFill rotWithShape="1">
          <a:blip r:embed="rId10">
            <a:alphaModFix/>
          </a:blip>
          <a:srcRect t="2723" b="2723"/>
          <a:stretch/>
        </p:blipFill>
        <p:spPr>
          <a:xfrm>
            <a:off x="7225973" y="4656705"/>
            <a:ext cx="217200" cy="205362"/>
          </a:xfrm>
          <a:prstGeom prst="rect">
            <a:avLst/>
          </a:prstGeom>
          <a:noFill/>
          <a:ln>
            <a:noFill/>
          </a:ln>
        </p:spPr>
      </p:pic>
      <p:sp>
        <p:nvSpPr>
          <p:cNvPr id="2595" name="Google Shape;2595;p58">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2596" name="Google Shape;2596;p58">
            <a:hlinkClick r:id="" action="ppaction://noaction"/>
          </p:cNvPr>
          <p:cNvPicPr preferRelativeResize="0"/>
          <p:nvPr/>
        </p:nvPicPr>
        <p:blipFill rotWithShape="1">
          <a:blip r:embed="rId11">
            <a:alphaModFix/>
          </a:blip>
          <a:srcRect t="2723" b="2723"/>
          <a:stretch/>
        </p:blipFill>
        <p:spPr>
          <a:xfrm>
            <a:off x="8016583" y="4656705"/>
            <a:ext cx="217200" cy="205362"/>
          </a:xfrm>
          <a:prstGeom prst="rect">
            <a:avLst/>
          </a:prstGeom>
          <a:noFill/>
          <a:ln>
            <a:noFill/>
          </a:ln>
        </p:spPr>
      </p:pic>
      <p:sp>
        <p:nvSpPr>
          <p:cNvPr id="2597" name="Google Shape;2597;p58">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2598" name="Google Shape;2598;p58">
            <a:hlinkClick r:id="" action="ppaction://noaction"/>
          </p:cNvPr>
          <p:cNvPicPr preferRelativeResize="0"/>
          <p:nvPr/>
        </p:nvPicPr>
        <p:blipFill rotWithShape="1">
          <a:blip r:embed="rId12">
            <a:alphaModFix/>
          </a:blip>
          <a:srcRect t="2723" b="2723"/>
          <a:stretch/>
        </p:blipFill>
        <p:spPr>
          <a:xfrm>
            <a:off x="6435363" y="4656705"/>
            <a:ext cx="217200" cy="205362"/>
          </a:xfrm>
          <a:prstGeom prst="rect">
            <a:avLst/>
          </a:prstGeom>
          <a:noFill/>
          <a:ln>
            <a:noFill/>
          </a:ln>
        </p:spPr>
      </p:pic>
      <p:sp>
        <p:nvSpPr>
          <p:cNvPr id="634" name="Rectangle 633">
            <a:extLst>
              <a:ext uri="{FF2B5EF4-FFF2-40B4-BE49-F238E27FC236}">
                <a16:creationId xmlns:a16="http://schemas.microsoft.com/office/drawing/2014/main" id="{B9C5A182-4AA3-4ABF-A370-6AFEB9795DDE}"/>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635" name="Group 634">
            <a:extLst>
              <a:ext uri="{FF2B5EF4-FFF2-40B4-BE49-F238E27FC236}">
                <a16:creationId xmlns:a16="http://schemas.microsoft.com/office/drawing/2014/main" id="{E8E13B64-76FE-43F6-8090-00E7599DA5B5}"/>
              </a:ext>
            </a:extLst>
          </p:cNvPr>
          <p:cNvGrpSpPr/>
          <p:nvPr/>
        </p:nvGrpSpPr>
        <p:grpSpPr>
          <a:xfrm>
            <a:off x="4325874" y="4600510"/>
            <a:ext cx="789238" cy="411222"/>
            <a:chOff x="5755543" y="6245037"/>
            <a:chExt cx="789238" cy="484094"/>
          </a:xfrm>
        </p:grpSpPr>
        <p:sp>
          <p:nvSpPr>
            <p:cNvPr id="636" name="Oval 635">
              <a:extLst>
                <a:ext uri="{FF2B5EF4-FFF2-40B4-BE49-F238E27FC236}">
                  <a16:creationId xmlns:a16="http://schemas.microsoft.com/office/drawing/2014/main" id="{86B2EE52-308A-4315-95C4-801883AC16A8}"/>
                </a:ext>
              </a:extLst>
            </p:cNvPr>
            <p:cNvSpPr/>
            <p:nvPr/>
          </p:nvSpPr>
          <p:spPr>
            <a:xfrm>
              <a:off x="5919780" y="6245037"/>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37" name="Slide Number Placeholder 2">
              <a:extLst>
                <a:ext uri="{FF2B5EF4-FFF2-40B4-BE49-F238E27FC236}">
                  <a16:creationId xmlns:a16="http://schemas.microsoft.com/office/drawing/2014/main" id="{955C6B6E-E5DD-4ABF-AAFA-6627B5845428}"/>
                </a:ext>
              </a:extLst>
            </p:cNvPr>
            <p:cNvSpPr txBox="1">
              <a:spLocks/>
            </p:cNvSpPr>
            <p:nvPr/>
          </p:nvSpPr>
          <p:spPr>
            <a:xfrm>
              <a:off x="5755543" y="6344229"/>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8</a:t>
              </a:r>
              <a:endParaRPr lang="fr-FR" sz="2000" b="1" dirty="0">
                <a:cs typeface="Arial" panose="020B0604020202020204" pitchFamily="34" charset="0"/>
              </a:endParaRPr>
            </a:p>
          </p:txBody>
        </p:sp>
      </p:grpSp>
      <p:sp>
        <p:nvSpPr>
          <p:cNvPr id="2" name="ZoneTexte 2">
            <a:extLst>
              <a:ext uri="{FF2B5EF4-FFF2-40B4-BE49-F238E27FC236}">
                <a16:creationId xmlns:a16="http://schemas.microsoft.com/office/drawing/2014/main" id="{44135BCE-DAB9-0F0F-9A94-C2755018EF0A}"/>
              </a:ext>
            </a:extLst>
          </p:cNvPr>
          <p:cNvSpPr txBox="1"/>
          <p:nvPr/>
        </p:nvSpPr>
        <p:spPr>
          <a:xfrm>
            <a:off x="101721" y="1713464"/>
            <a:ext cx="8940553" cy="707886"/>
          </a:xfrm>
          <a:prstGeom prst="rect">
            <a:avLst/>
          </a:prstGeom>
          <a:noFill/>
        </p:spPr>
        <p:txBody>
          <a:bodyPr wrap="square" rtlCol="0">
            <a:spAutoFit/>
          </a:bodyPr>
          <a:lstStyle/>
          <a:p>
            <a:pPr algn="ctr"/>
            <a:r>
              <a:rPr lang="fr-FR" sz="4000" dirty="0">
                <a:hlinkClick r:id="rId13"/>
              </a:rPr>
              <a:t>Système de Recrutement Intelligent</a:t>
            </a:r>
            <a:endParaRPr lang="fr-FR" sz="40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76"/>
                                        </p:tgtEl>
                                        <p:attrNameLst>
                                          <p:attrName>style.visibility</p:attrName>
                                        </p:attrNameLst>
                                      </p:cBhvr>
                                      <p:to>
                                        <p:strVal val="visible"/>
                                      </p:to>
                                    </p:set>
                                    <p:anim calcmode="lin" valueType="num">
                                      <p:cBhvr additive="base">
                                        <p:cTn id="7" dur="500" fill="hold"/>
                                        <p:tgtEl>
                                          <p:spTgt spid="2576"/>
                                        </p:tgtEl>
                                        <p:attrNameLst>
                                          <p:attrName>ppt_x</p:attrName>
                                        </p:attrNameLst>
                                      </p:cBhvr>
                                      <p:tavLst>
                                        <p:tav tm="0">
                                          <p:val>
                                            <p:strVal val="#ppt_x"/>
                                          </p:val>
                                        </p:tav>
                                        <p:tav tm="100000">
                                          <p:val>
                                            <p:strVal val="#ppt_x"/>
                                          </p:val>
                                        </p:tav>
                                      </p:tavLst>
                                    </p:anim>
                                    <p:anim calcmode="lin" valueType="num">
                                      <p:cBhvr additive="base">
                                        <p:cTn id="8" dur="500" fill="hold"/>
                                        <p:tgtEl>
                                          <p:spTgt spid="257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6"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3"/>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509" name="Google Shape;509;p33">
            <a:hlinkClick r:id="rId3" action="ppaction://hlinksldjump"/>
          </p:cNvPr>
          <p:cNvSpPr txBox="1"/>
          <p:nvPr/>
        </p:nvSpPr>
        <p:spPr>
          <a:xfrm>
            <a:off x="219912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Tue</a:t>
            </a:r>
            <a:endParaRPr sz="1800" b="1">
              <a:solidFill>
                <a:schemeClr val="accent1"/>
              </a:solidFill>
              <a:latin typeface="Poppins"/>
              <a:ea typeface="Poppins"/>
              <a:cs typeface="Poppins"/>
              <a:sym typeface="Poppins"/>
            </a:endParaRPr>
          </a:p>
        </p:txBody>
      </p:sp>
      <p:sp>
        <p:nvSpPr>
          <p:cNvPr id="510" name="Google Shape;510;p33">
            <a:hlinkClick r:id="rId4"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accent1"/>
                </a:solidFill>
                <a:latin typeface="Poppins"/>
                <a:ea typeface="Poppins"/>
                <a:cs typeface="Poppins"/>
                <a:sym typeface="Poppins"/>
              </a:rPr>
              <a:t>Wed</a:t>
            </a:r>
            <a:endParaRPr sz="1800" b="1" dirty="0">
              <a:solidFill>
                <a:schemeClr val="accent1"/>
              </a:solidFill>
              <a:latin typeface="Poppins"/>
              <a:ea typeface="Poppins"/>
              <a:cs typeface="Poppins"/>
              <a:sym typeface="Poppins"/>
            </a:endParaRPr>
          </a:p>
        </p:txBody>
      </p:sp>
      <p:sp>
        <p:nvSpPr>
          <p:cNvPr id="511" name="Google Shape;511;p33">
            <a:hlinkClick r:id="" action="ppaction://noaction"/>
          </p:cNvPr>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Thu</a:t>
            </a:r>
            <a:endParaRPr sz="1800" b="1">
              <a:solidFill>
                <a:schemeClr val="accent1"/>
              </a:solidFill>
              <a:latin typeface="Poppins"/>
              <a:ea typeface="Poppins"/>
              <a:cs typeface="Poppins"/>
              <a:sym typeface="Poppins"/>
            </a:endParaRPr>
          </a:p>
        </p:txBody>
      </p:sp>
      <p:sp>
        <p:nvSpPr>
          <p:cNvPr id="512" name="Google Shape;512;p33">
            <a:hlinkClick r:id="" action="ppaction://noaction"/>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Fri</a:t>
            </a:r>
            <a:endParaRPr sz="1800" b="1">
              <a:solidFill>
                <a:schemeClr val="accent1"/>
              </a:solidFill>
              <a:latin typeface="Poppins"/>
              <a:ea typeface="Poppins"/>
              <a:cs typeface="Poppins"/>
              <a:sym typeface="Poppins"/>
            </a:endParaRPr>
          </a:p>
        </p:txBody>
      </p:sp>
      <p:sp>
        <p:nvSpPr>
          <p:cNvPr id="513" name="Google Shape;513;p33">
            <a:hlinkClick r:id="rId5" action="ppaction://hlinksldjump"/>
          </p:cNvPr>
          <p:cNvSpPr txBox="1"/>
          <p:nvPr/>
        </p:nvSpPr>
        <p:spPr>
          <a:xfrm>
            <a:off x="140947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Poppins"/>
                <a:ea typeface="Poppins"/>
                <a:cs typeface="Poppins"/>
                <a:sym typeface="Poppins"/>
              </a:rPr>
              <a:t>Mon</a:t>
            </a:r>
            <a:endParaRPr sz="1800" b="1">
              <a:solidFill>
                <a:schemeClr val="accent1"/>
              </a:solidFill>
              <a:latin typeface="Poppins"/>
              <a:ea typeface="Poppins"/>
              <a:cs typeface="Poppins"/>
              <a:sym typeface="Poppins"/>
            </a:endParaRPr>
          </a:p>
        </p:txBody>
      </p:sp>
      <p:sp>
        <p:nvSpPr>
          <p:cNvPr id="514" name="Google Shape;514;p33">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5" name="Google Shape;515;p33">
            <a:hlinkClick r:id="" action="ppaction://noaction"/>
          </p:cNvPr>
          <p:cNvPicPr preferRelativeResize="0"/>
          <p:nvPr/>
        </p:nvPicPr>
        <p:blipFill>
          <a:blip r:embed="rId6">
            <a:alphaModFix/>
          </a:blip>
          <a:stretch>
            <a:fillRect/>
          </a:stretch>
        </p:blipFill>
        <p:spPr>
          <a:xfrm>
            <a:off x="5572688" y="4588783"/>
            <a:ext cx="360876" cy="341206"/>
          </a:xfrm>
          <a:prstGeom prst="rect">
            <a:avLst/>
          </a:prstGeom>
          <a:noFill/>
          <a:ln>
            <a:noFill/>
          </a:ln>
        </p:spPr>
      </p:pic>
      <p:sp>
        <p:nvSpPr>
          <p:cNvPr id="516" name="Google Shape;516;p33">
            <a:hlinkClick r:id="rId4" action="ppaction://hlinksldjump"/>
          </p:cNvPr>
          <p:cNvSpPr txBox="1"/>
          <p:nvPr/>
        </p:nvSpPr>
        <p:spPr>
          <a:xfrm>
            <a:off x="693677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7" name="Google Shape;517;p33">
            <a:hlinkClick r:id="rId4" action="ppaction://hlinksldjump"/>
          </p:cNvPr>
          <p:cNvPicPr preferRelativeResize="0"/>
          <p:nvPr/>
        </p:nvPicPr>
        <p:blipFill rotWithShape="1">
          <a:blip r:embed="rId7">
            <a:alphaModFix/>
          </a:blip>
          <a:srcRect t="2723" b="2723"/>
          <a:stretch/>
        </p:blipFill>
        <p:spPr>
          <a:xfrm>
            <a:off x="7225973" y="4656705"/>
            <a:ext cx="217200" cy="205362"/>
          </a:xfrm>
          <a:prstGeom prst="rect">
            <a:avLst/>
          </a:prstGeom>
          <a:noFill/>
          <a:ln>
            <a:noFill/>
          </a:ln>
        </p:spPr>
      </p:pic>
      <p:sp>
        <p:nvSpPr>
          <p:cNvPr id="518" name="Google Shape;518;p33">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19" name="Google Shape;519;p33">
            <a:hlinkClick r:id="" action="ppaction://noaction"/>
          </p:cNvPr>
          <p:cNvPicPr preferRelativeResize="0"/>
          <p:nvPr/>
        </p:nvPicPr>
        <p:blipFill rotWithShape="1">
          <a:blip r:embed="rId8">
            <a:alphaModFix/>
          </a:blip>
          <a:srcRect t="2723" b="2723"/>
          <a:stretch/>
        </p:blipFill>
        <p:spPr>
          <a:xfrm>
            <a:off x="8016583" y="4656705"/>
            <a:ext cx="217200" cy="205362"/>
          </a:xfrm>
          <a:prstGeom prst="rect">
            <a:avLst/>
          </a:prstGeom>
          <a:noFill/>
          <a:ln>
            <a:noFill/>
          </a:ln>
        </p:spPr>
      </p:pic>
      <p:sp>
        <p:nvSpPr>
          <p:cNvPr id="520" name="Google Shape;520;p33">
            <a:hlinkClick r:id="" action="ppaction://noaction"/>
          </p:cNvPr>
          <p:cNvSpPr txBox="1"/>
          <p:nvPr/>
        </p:nvSpPr>
        <p:spPr>
          <a:xfrm>
            <a:off x="614616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21" name="Google Shape;521;p33">
            <a:hlinkClick r:id="" action="ppaction://noaction"/>
          </p:cNvPr>
          <p:cNvPicPr preferRelativeResize="0"/>
          <p:nvPr/>
        </p:nvPicPr>
        <p:blipFill rotWithShape="1">
          <a:blip r:embed="rId9">
            <a:alphaModFix/>
          </a:blip>
          <a:srcRect t="2723" b="2723"/>
          <a:stretch/>
        </p:blipFill>
        <p:spPr>
          <a:xfrm>
            <a:off x="6435363" y="4656705"/>
            <a:ext cx="217200" cy="205362"/>
          </a:xfrm>
          <a:prstGeom prst="rect">
            <a:avLst/>
          </a:prstGeom>
          <a:noFill/>
          <a:ln>
            <a:noFill/>
          </a:ln>
        </p:spPr>
      </p:pic>
      <p:grpSp>
        <p:nvGrpSpPr>
          <p:cNvPr id="522" name="Google Shape;522;p33"/>
          <p:cNvGrpSpPr/>
          <p:nvPr/>
        </p:nvGrpSpPr>
        <p:grpSpPr>
          <a:xfrm>
            <a:off x="101721" y="4505825"/>
            <a:ext cx="8940558" cy="84600"/>
            <a:chOff x="155346" y="4358775"/>
            <a:chExt cx="8934304" cy="84600"/>
          </a:xfrm>
        </p:grpSpPr>
        <p:cxnSp>
          <p:nvCxnSpPr>
            <p:cNvPr id="523" name="Google Shape;523;p33"/>
            <p:cNvCxnSpPr/>
            <p:nvPr/>
          </p:nvCxnSpPr>
          <p:spPr>
            <a:xfrm rot="10800000">
              <a:off x="155350" y="4358775"/>
              <a:ext cx="8934300" cy="0"/>
            </a:xfrm>
            <a:prstGeom prst="straightConnector1">
              <a:avLst/>
            </a:prstGeom>
            <a:noFill/>
            <a:ln w="9525" cap="flat" cmpd="sng">
              <a:solidFill>
                <a:schemeClr val="lt2"/>
              </a:solidFill>
              <a:prstDash val="solid"/>
              <a:round/>
              <a:headEnd type="none" w="med" len="med"/>
              <a:tailEnd type="none" w="med" len="med"/>
            </a:ln>
            <a:effectLst>
              <a:outerShdw blurRad="200025" dist="57150" dir="15840000" algn="bl" rotWithShape="0">
                <a:srgbClr val="7966E4"/>
              </a:outerShdw>
            </a:effectLst>
          </p:spPr>
        </p:cxnSp>
        <p:sp>
          <p:nvSpPr>
            <p:cNvPr id="524" name="Google Shape;524;p33"/>
            <p:cNvSpPr/>
            <p:nvPr/>
          </p:nvSpPr>
          <p:spPr>
            <a:xfrm>
              <a:off x="155346" y="4358775"/>
              <a:ext cx="8934300" cy="84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 name="Google Shape;525;p33"/>
          <p:cNvGrpSpPr/>
          <p:nvPr/>
        </p:nvGrpSpPr>
        <p:grpSpPr>
          <a:xfrm flipH="1">
            <a:off x="270750" y="110651"/>
            <a:ext cx="8627325" cy="4089001"/>
            <a:chOff x="270750" y="253149"/>
            <a:chExt cx="8627325" cy="4089001"/>
          </a:xfrm>
        </p:grpSpPr>
        <p:sp>
          <p:nvSpPr>
            <p:cNvPr id="526" name="Google Shape;526;p33"/>
            <p:cNvSpPr/>
            <p:nvPr/>
          </p:nvSpPr>
          <p:spPr>
            <a:xfrm>
              <a:off x="669525" y="1066225"/>
              <a:ext cx="1189800" cy="1189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3"/>
            <p:cNvSpPr/>
            <p:nvPr/>
          </p:nvSpPr>
          <p:spPr>
            <a:xfrm>
              <a:off x="270750" y="3248150"/>
              <a:ext cx="572100" cy="5721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3"/>
            <p:cNvSpPr/>
            <p:nvPr/>
          </p:nvSpPr>
          <p:spPr>
            <a:xfrm>
              <a:off x="8301150" y="4048150"/>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3"/>
            <p:cNvSpPr/>
            <p:nvPr/>
          </p:nvSpPr>
          <p:spPr>
            <a:xfrm>
              <a:off x="6009175" y="25314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3"/>
            <p:cNvSpPr/>
            <p:nvPr/>
          </p:nvSpPr>
          <p:spPr>
            <a:xfrm>
              <a:off x="8325975" y="3398099"/>
              <a:ext cx="572100" cy="5727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3"/>
            <p:cNvSpPr/>
            <p:nvPr/>
          </p:nvSpPr>
          <p:spPr>
            <a:xfrm>
              <a:off x="3265475" y="2656500"/>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3"/>
            <p:cNvSpPr/>
            <p:nvPr/>
          </p:nvSpPr>
          <p:spPr>
            <a:xfrm>
              <a:off x="5501788" y="1677663"/>
              <a:ext cx="520200" cy="5208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3"/>
            <p:cNvSpPr/>
            <p:nvPr/>
          </p:nvSpPr>
          <p:spPr>
            <a:xfrm>
              <a:off x="2318445" y="305956"/>
              <a:ext cx="293700" cy="294000"/>
            </a:xfrm>
            <a:prstGeom prst="donut">
              <a:avLst>
                <a:gd name="adj" fmla="val 15949"/>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 name="Google Shape;534;p33"/>
          <p:cNvSpPr txBox="1">
            <a:spLocks noGrp="1"/>
          </p:cNvSpPr>
          <p:nvPr>
            <p:ph type="title"/>
          </p:nvPr>
        </p:nvSpPr>
        <p:spPr>
          <a:xfrm>
            <a:off x="3969566" y="310458"/>
            <a:ext cx="1189801"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Plan</a:t>
            </a:r>
            <a:endParaRPr dirty="0"/>
          </a:p>
        </p:txBody>
      </p:sp>
      <p:sp>
        <p:nvSpPr>
          <p:cNvPr id="535" name="Google Shape;535;p33">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3">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txBox="1"/>
          <p:nvPr/>
        </p:nvSpPr>
        <p:spPr>
          <a:xfrm>
            <a:off x="7333838" y="1932444"/>
            <a:ext cx="360900" cy="99900"/>
          </a:xfrm>
          <a:prstGeom prst="rect">
            <a:avLst/>
          </a:prstGeom>
          <a:noFill/>
          <a:ln>
            <a:noFill/>
          </a:ln>
        </p:spPr>
        <p:txBody>
          <a:bodyPr spcFirstLastPara="1" wrap="square" lIns="0" tIns="91425" rIns="0" bIns="91425" anchor="ctr" anchorCtr="0">
            <a:noAutofit/>
          </a:bodyPr>
          <a:lstStyle/>
          <a:p>
            <a:pPr marL="0" lvl="0" indent="0" algn="ctr" rtl="0">
              <a:spcBef>
                <a:spcPts val="0"/>
              </a:spcBef>
              <a:spcAft>
                <a:spcPts val="0"/>
              </a:spcAft>
              <a:buNone/>
            </a:pPr>
            <a:r>
              <a:rPr lang="en" sz="1100" dirty="0">
                <a:solidFill>
                  <a:schemeClr val="lt2"/>
                </a:solidFill>
                <a:latin typeface="Poppins"/>
                <a:ea typeface="Poppins"/>
                <a:cs typeface="Poppins"/>
                <a:sym typeface="Poppins"/>
              </a:rPr>
              <a:t>7</a:t>
            </a:r>
            <a:endParaRPr sz="1100" dirty="0">
              <a:solidFill>
                <a:schemeClr val="lt2"/>
              </a:solidFill>
              <a:latin typeface="Poppins"/>
              <a:ea typeface="Poppins"/>
              <a:cs typeface="Poppins"/>
              <a:sym typeface="Poppins"/>
            </a:endParaRPr>
          </a:p>
        </p:txBody>
      </p:sp>
      <p:sp>
        <p:nvSpPr>
          <p:cNvPr id="570" name="Google Shape;570;p33"/>
          <p:cNvSpPr txBox="1"/>
          <p:nvPr/>
        </p:nvSpPr>
        <p:spPr>
          <a:xfrm>
            <a:off x="621017" y="4498986"/>
            <a:ext cx="795600" cy="520800"/>
          </a:xfrm>
          <a:prstGeom prst="rect">
            <a:avLst/>
          </a:prstGeom>
          <a:gradFill>
            <a:gsLst>
              <a:gs pos="0">
                <a:srgbClr val="AA9EEE">
                  <a:alpha val="12549"/>
                </a:srgbClr>
              </a:gs>
              <a:gs pos="100000">
                <a:srgbClr val="FFFFFF"/>
              </a:gs>
            </a:gsLst>
            <a:lin ang="1619866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pic>
        <p:nvPicPr>
          <p:cNvPr id="571" name="Google Shape;571;p33">
            <a:hlinkClick r:id="rId10" action="ppaction://hlinksldjump"/>
          </p:cNvPr>
          <p:cNvPicPr preferRelativeResize="0"/>
          <p:nvPr/>
        </p:nvPicPr>
        <p:blipFill rotWithShape="1">
          <a:blip r:embed="rId11">
            <a:alphaModFix/>
          </a:blip>
          <a:srcRect/>
          <a:stretch/>
        </p:blipFill>
        <p:spPr>
          <a:xfrm>
            <a:off x="881657" y="4626989"/>
            <a:ext cx="274320" cy="274320"/>
          </a:xfrm>
          <a:prstGeom prst="rect">
            <a:avLst/>
          </a:prstGeom>
          <a:noFill/>
          <a:ln>
            <a:noFill/>
          </a:ln>
        </p:spPr>
      </p:pic>
      <p:sp>
        <p:nvSpPr>
          <p:cNvPr id="572" name="Google Shape;572;p33"/>
          <p:cNvSpPr/>
          <p:nvPr/>
        </p:nvSpPr>
        <p:spPr>
          <a:xfrm>
            <a:off x="621792"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 name="Google Shape;485;p32">
            <a:hlinkClick r:id="rId10" action="ppaction://hlinksldjump"/>
            <a:extLst>
              <a:ext uri="{FF2B5EF4-FFF2-40B4-BE49-F238E27FC236}">
                <a16:creationId xmlns:a16="http://schemas.microsoft.com/office/drawing/2014/main" id="{ADF424EB-D5F1-49C9-9A70-9EDC98454CB7}"/>
              </a:ext>
            </a:extLst>
          </p:cNvPr>
          <p:cNvPicPr preferRelativeResize="0"/>
          <p:nvPr/>
        </p:nvPicPr>
        <p:blipFill>
          <a:blip r:embed="rId12">
            <a:alphaModFix/>
          </a:blip>
          <a:stretch>
            <a:fillRect/>
          </a:stretch>
        </p:blipFill>
        <p:spPr>
          <a:xfrm>
            <a:off x="713224" y="585350"/>
            <a:ext cx="360887" cy="260251"/>
          </a:xfrm>
          <a:prstGeom prst="rect">
            <a:avLst/>
          </a:prstGeom>
          <a:noFill/>
          <a:ln>
            <a:noFill/>
          </a:ln>
        </p:spPr>
      </p:pic>
      <p:sp>
        <p:nvSpPr>
          <p:cNvPr id="43" name="Rectangle 42">
            <a:extLst>
              <a:ext uri="{FF2B5EF4-FFF2-40B4-BE49-F238E27FC236}">
                <a16:creationId xmlns:a16="http://schemas.microsoft.com/office/drawing/2014/main" id="{7BE7C0C3-CC4E-499A-BEDB-4BDA359E30D4}"/>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44" name="Group 43">
            <a:extLst>
              <a:ext uri="{FF2B5EF4-FFF2-40B4-BE49-F238E27FC236}">
                <a16:creationId xmlns:a16="http://schemas.microsoft.com/office/drawing/2014/main" id="{1F82DD43-3B25-4D0E-86FD-CD1CD173A760}"/>
              </a:ext>
            </a:extLst>
          </p:cNvPr>
          <p:cNvGrpSpPr/>
          <p:nvPr/>
        </p:nvGrpSpPr>
        <p:grpSpPr>
          <a:xfrm>
            <a:off x="4220731" y="4588783"/>
            <a:ext cx="789238" cy="411222"/>
            <a:chOff x="5650400" y="6231232"/>
            <a:chExt cx="789238" cy="484094"/>
          </a:xfrm>
        </p:grpSpPr>
        <p:sp>
          <p:nvSpPr>
            <p:cNvPr id="45" name="Oval 44">
              <a:extLst>
                <a:ext uri="{FF2B5EF4-FFF2-40B4-BE49-F238E27FC236}">
                  <a16:creationId xmlns:a16="http://schemas.microsoft.com/office/drawing/2014/main" id="{81481BAD-983F-4E74-A9E4-B9D35907A263}"/>
                </a:ext>
              </a:extLst>
            </p:cNvPr>
            <p:cNvSpPr/>
            <p:nvPr/>
          </p:nvSpPr>
          <p:spPr>
            <a:xfrm>
              <a:off x="5802972" y="6231232"/>
              <a:ext cx="484094" cy="48409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Slide Number Placeholder 2">
              <a:extLst>
                <a:ext uri="{FF2B5EF4-FFF2-40B4-BE49-F238E27FC236}">
                  <a16:creationId xmlns:a16="http://schemas.microsoft.com/office/drawing/2014/main" id="{61EA88BF-C26E-4426-889E-3A13DCAF0617}"/>
                </a:ext>
              </a:extLst>
            </p:cNvPr>
            <p:cNvSpPr txBox="1">
              <a:spLocks/>
            </p:cNvSpPr>
            <p:nvPr/>
          </p:nvSpPr>
          <p:spPr>
            <a:xfrm>
              <a:off x="5650400" y="6330163"/>
              <a:ext cx="789238" cy="336955"/>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fr-FR" sz="1400" b="1" dirty="0">
                  <a:cs typeface="Arial" panose="020B0604020202020204" pitchFamily="34" charset="0"/>
                </a:rPr>
                <a:t>1</a:t>
              </a:r>
              <a:endParaRPr lang="fr-FR" sz="2000" b="1" dirty="0">
                <a:cs typeface="Arial" panose="020B0604020202020204" pitchFamily="34" charset="0"/>
              </a:endParaRPr>
            </a:p>
          </p:txBody>
        </p:sp>
      </p:grpSp>
      <p:sp>
        <p:nvSpPr>
          <p:cNvPr id="59" name="Google Shape;515;p65">
            <a:extLst>
              <a:ext uri="{FF2B5EF4-FFF2-40B4-BE49-F238E27FC236}">
                <a16:creationId xmlns:a16="http://schemas.microsoft.com/office/drawing/2014/main" id="{08D9E33F-D2F0-45EB-6435-2BE568B67DB7}"/>
              </a:ext>
            </a:extLst>
          </p:cNvPr>
          <p:cNvSpPr/>
          <p:nvPr/>
        </p:nvSpPr>
        <p:spPr>
          <a:xfrm flipH="1">
            <a:off x="1966071" y="1460608"/>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01</a:t>
            </a:r>
            <a:endParaRPr lang="fr-FR" sz="3600" noProof="0" dirty="0">
              <a:solidFill>
                <a:schemeClr val="tx2"/>
              </a:solidFill>
              <a:latin typeface="Montserrat ExtraBold"/>
              <a:ea typeface="Montserrat ExtraBold"/>
              <a:cs typeface="Montserrat ExtraBold"/>
              <a:sym typeface="Montserrat ExtraBold"/>
            </a:endParaRPr>
          </a:p>
        </p:txBody>
      </p:sp>
      <p:cxnSp>
        <p:nvCxnSpPr>
          <p:cNvPr id="60" name="Google Shape;522;p65">
            <a:extLst>
              <a:ext uri="{FF2B5EF4-FFF2-40B4-BE49-F238E27FC236}">
                <a16:creationId xmlns:a16="http://schemas.microsoft.com/office/drawing/2014/main" id="{C15FCF81-6CA1-D650-4DBD-20E3A7171D8C}"/>
              </a:ext>
            </a:extLst>
          </p:cNvPr>
          <p:cNvCxnSpPr>
            <a:cxnSpLocks/>
          </p:cNvCxnSpPr>
          <p:nvPr/>
        </p:nvCxnSpPr>
        <p:spPr>
          <a:xfrm>
            <a:off x="2761672" y="1834832"/>
            <a:ext cx="3227596" cy="686"/>
          </a:xfrm>
          <a:prstGeom prst="straightConnector1">
            <a:avLst/>
          </a:prstGeom>
          <a:noFill/>
          <a:ln w="38100" cap="flat" cmpd="sng">
            <a:solidFill>
              <a:schemeClr val="tx1"/>
            </a:solidFill>
            <a:prstDash val="solid"/>
            <a:round/>
            <a:headEnd type="none" w="med" len="med"/>
            <a:tailEnd type="none" w="med" len="med"/>
          </a:ln>
        </p:spPr>
      </p:cxnSp>
      <p:sp>
        <p:nvSpPr>
          <p:cNvPr id="461" name="Google Shape;515;p65">
            <a:extLst>
              <a:ext uri="{FF2B5EF4-FFF2-40B4-BE49-F238E27FC236}">
                <a16:creationId xmlns:a16="http://schemas.microsoft.com/office/drawing/2014/main" id="{FB4BBE55-839A-EB70-3315-DA8ABC420CFE}"/>
              </a:ext>
            </a:extLst>
          </p:cNvPr>
          <p:cNvSpPr/>
          <p:nvPr/>
        </p:nvSpPr>
        <p:spPr>
          <a:xfrm flipH="1">
            <a:off x="6006334" y="1480985"/>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02</a:t>
            </a:r>
            <a:endParaRPr lang="fr-FR" sz="4000" noProof="0" dirty="0">
              <a:solidFill>
                <a:schemeClr val="tx2"/>
              </a:solidFill>
              <a:latin typeface="Montserrat ExtraBold"/>
              <a:ea typeface="Montserrat ExtraBold"/>
              <a:cs typeface="Montserrat ExtraBold"/>
              <a:sym typeface="Montserrat ExtraBold"/>
            </a:endParaRPr>
          </a:p>
        </p:txBody>
      </p:sp>
      <p:sp>
        <p:nvSpPr>
          <p:cNvPr id="462" name="Google Shape;515;p65">
            <a:extLst>
              <a:ext uri="{FF2B5EF4-FFF2-40B4-BE49-F238E27FC236}">
                <a16:creationId xmlns:a16="http://schemas.microsoft.com/office/drawing/2014/main" id="{D4EF3A02-2731-70AA-5207-B59EBE77B4E4}"/>
              </a:ext>
            </a:extLst>
          </p:cNvPr>
          <p:cNvSpPr/>
          <p:nvPr/>
        </p:nvSpPr>
        <p:spPr>
          <a:xfrm flipH="1">
            <a:off x="1983181" y="2986769"/>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03</a:t>
            </a:r>
          </a:p>
        </p:txBody>
      </p:sp>
      <p:sp>
        <p:nvSpPr>
          <p:cNvPr id="463" name="Google Shape;515;p65">
            <a:extLst>
              <a:ext uri="{FF2B5EF4-FFF2-40B4-BE49-F238E27FC236}">
                <a16:creationId xmlns:a16="http://schemas.microsoft.com/office/drawing/2014/main" id="{22E134E3-0F8F-75AE-93D4-6A6919A6843D}"/>
              </a:ext>
            </a:extLst>
          </p:cNvPr>
          <p:cNvSpPr/>
          <p:nvPr/>
        </p:nvSpPr>
        <p:spPr>
          <a:xfrm flipH="1">
            <a:off x="6020327" y="2990167"/>
            <a:ext cx="795601" cy="732366"/>
          </a:xfrm>
          <a:prstGeom prst="ellipse">
            <a:avLst/>
          </a:prstGeom>
          <a:solidFill>
            <a:schemeClr val="accent5"/>
          </a:solidFill>
          <a:ln>
            <a:noFill/>
          </a:ln>
        </p:spPr>
        <p:txBody>
          <a:bodyPr spcFirstLastPara="1" wrap="square" lIns="0" tIns="91425" rIns="0" bIns="91425" anchor="ctr" anchorCtr="0">
            <a:noAutofit/>
          </a:bodyPr>
          <a:lstStyle/>
          <a:p>
            <a:pPr marL="0" lvl="0" indent="0" algn="ctr" rtl="0">
              <a:spcBef>
                <a:spcPts val="0"/>
              </a:spcBef>
              <a:spcAft>
                <a:spcPts val="0"/>
              </a:spcAft>
              <a:buNone/>
            </a:pPr>
            <a:r>
              <a:rPr lang="fr-FR" sz="3200" noProof="0" dirty="0">
                <a:solidFill>
                  <a:schemeClr val="tx2"/>
                </a:solidFill>
                <a:latin typeface="Montserrat ExtraBold"/>
                <a:ea typeface="Montserrat ExtraBold"/>
                <a:cs typeface="Montserrat ExtraBold"/>
                <a:sym typeface="Montserrat ExtraBold"/>
              </a:rPr>
              <a:t>04</a:t>
            </a:r>
          </a:p>
        </p:txBody>
      </p:sp>
      <p:cxnSp>
        <p:nvCxnSpPr>
          <p:cNvPr id="464" name="Google Shape;522;p65">
            <a:extLst>
              <a:ext uri="{FF2B5EF4-FFF2-40B4-BE49-F238E27FC236}">
                <a16:creationId xmlns:a16="http://schemas.microsoft.com/office/drawing/2014/main" id="{CE56E639-1625-BB5C-E815-2333DA156ED3}"/>
              </a:ext>
            </a:extLst>
          </p:cNvPr>
          <p:cNvCxnSpPr>
            <a:cxnSpLocks/>
          </p:cNvCxnSpPr>
          <p:nvPr/>
        </p:nvCxnSpPr>
        <p:spPr>
          <a:xfrm>
            <a:off x="2787300" y="3354460"/>
            <a:ext cx="3227596" cy="686"/>
          </a:xfrm>
          <a:prstGeom prst="straightConnector1">
            <a:avLst/>
          </a:prstGeom>
          <a:noFill/>
          <a:ln w="38100" cap="flat" cmpd="sng">
            <a:solidFill>
              <a:schemeClr val="tx1"/>
            </a:solidFill>
            <a:prstDash val="solid"/>
            <a:round/>
            <a:headEnd type="none" w="med" len="med"/>
            <a:tailEnd type="none" w="med" len="med"/>
          </a:ln>
        </p:spPr>
      </p:cxnSp>
      <p:cxnSp>
        <p:nvCxnSpPr>
          <p:cNvPr id="465" name="Google Shape;522;p65">
            <a:extLst>
              <a:ext uri="{FF2B5EF4-FFF2-40B4-BE49-F238E27FC236}">
                <a16:creationId xmlns:a16="http://schemas.microsoft.com/office/drawing/2014/main" id="{E20DB54E-A62F-B478-5EF5-DA0A277C9C03}"/>
              </a:ext>
            </a:extLst>
          </p:cNvPr>
          <p:cNvCxnSpPr>
            <a:cxnSpLocks/>
          </p:cNvCxnSpPr>
          <p:nvPr/>
        </p:nvCxnSpPr>
        <p:spPr>
          <a:xfrm flipV="1">
            <a:off x="2363871" y="2578789"/>
            <a:ext cx="4040263" cy="32564"/>
          </a:xfrm>
          <a:prstGeom prst="straightConnector1">
            <a:avLst/>
          </a:prstGeom>
          <a:noFill/>
          <a:ln w="38100" cap="flat" cmpd="sng">
            <a:solidFill>
              <a:schemeClr val="tx1"/>
            </a:solidFill>
            <a:prstDash val="solid"/>
            <a:round/>
            <a:headEnd type="none" w="med" len="med"/>
            <a:tailEnd type="none" w="med" len="med"/>
          </a:ln>
        </p:spPr>
      </p:cxnSp>
      <p:cxnSp>
        <p:nvCxnSpPr>
          <p:cNvPr id="468" name="Google Shape;522;p65">
            <a:extLst>
              <a:ext uri="{FF2B5EF4-FFF2-40B4-BE49-F238E27FC236}">
                <a16:creationId xmlns:a16="http://schemas.microsoft.com/office/drawing/2014/main" id="{ACC22A3A-260F-4C3B-4CC7-E6FD6698E4E8}"/>
              </a:ext>
            </a:extLst>
          </p:cNvPr>
          <p:cNvCxnSpPr>
            <a:cxnSpLocks/>
          </p:cNvCxnSpPr>
          <p:nvPr/>
        </p:nvCxnSpPr>
        <p:spPr>
          <a:xfrm flipV="1">
            <a:off x="6393317" y="2192974"/>
            <a:ext cx="0" cy="404356"/>
          </a:xfrm>
          <a:prstGeom prst="straightConnector1">
            <a:avLst/>
          </a:prstGeom>
          <a:noFill/>
          <a:ln w="38100" cap="flat" cmpd="sng">
            <a:solidFill>
              <a:schemeClr val="tx1"/>
            </a:solidFill>
            <a:prstDash val="solid"/>
            <a:round/>
            <a:headEnd type="none" w="med" len="med"/>
            <a:tailEnd type="none" w="med" len="med"/>
          </a:ln>
        </p:spPr>
      </p:cxnSp>
      <p:cxnSp>
        <p:nvCxnSpPr>
          <p:cNvPr id="472" name="Google Shape;522;p65">
            <a:extLst>
              <a:ext uri="{FF2B5EF4-FFF2-40B4-BE49-F238E27FC236}">
                <a16:creationId xmlns:a16="http://schemas.microsoft.com/office/drawing/2014/main" id="{42B54E66-EE56-4343-930C-E43CA7CE8B77}"/>
              </a:ext>
            </a:extLst>
          </p:cNvPr>
          <p:cNvCxnSpPr>
            <a:cxnSpLocks/>
          </p:cNvCxnSpPr>
          <p:nvPr/>
        </p:nvCxnSpPr>
        <p:spPr>
          <a:xfrm flipV="1">
            <a:off x="2362302" y="2611353"/>
            <a:ext cx="0" cy="404356"/>
          </a:xfrm>
          <a:prstGeom prst="straightConnector1">
            <a:avLst/>
          </a:prstGeom>
          <a:noFill/>
          <a:ln w="38100" cap="flat" cmpd="sng">
            <a:solidFill>
              <a:schemeClr val="tx1"/>
            </a:solidFill>
            <a:prstDash val="solid"/>
            <a:round/>
            <a:headEnd type="none" w="med" len="med"/>
            <a:tailEnd type="none" w="med" len="med"/>
          </a:ln>
        </p:spPr>
      </p:cxnSp>
      <p:sp>
        <p:nvSpPr>
          <p:cNvPr id="473" name="Google Shape;537;p33">
            <a:extLst>
              <a:ext uri="{FF2B5EF4-FFF2-40B4-BE49-F238E27FC236}">
                <a16:creationId xmlns:a16="http://schemas.microsoft.com/office/drawing/2014/main" id="{A19912F7-B0C5-9E1C-8948-65E3BBCAD8B6}"/>
              </a:ext>
            </a:extLst>
          </p:cNvPr>
          <p:cNvSpPr/>
          <p:nvPr/>
        </p:nvSpPr>
        <p:spPr>
          <a:xfrm>
            <a:off x="101721" y="1628215"/>
            <a:ext cx="1934790"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Introduction</a:t>
            </a:r>
            <a:endParaRPr sz="2000" dirty="0">
              <a:solidFill>
                <a:schemeClr val="lt2"/>
              </a:solidFill>
              <a:latin typeface="Poppins ExtraBold"/>
              <a:ea typeface="Poppins ExtraBold"/>
              <a:cs typeface="Poppins ExtraBold"/>
              <a:sym typeface="Poppins ExtraBold"/>
            </a:endParaRPr>
          </a:p>
        </p:txBody>
      </p:sp>
      <p:sp>
        <p:nvSpPr>
          <p:cNvPr id="474" name="Google Shape;540;p33">
            <a:extLst>
              <a:ext uri="{FF2B5EF4-FFF2-40B4-BE49-F238E27FC236}">
                <a16:creationId xmlns:a16="http://schemas.microsoft.com/office/drawing/2014/main" id="{1C220804-BDFC-98E1-25EA-1F05C856220A}"/>
              </a:ext>
            </a:extLst>
          </p:cNvPr>
          <p:cNvSpPr/>
          <p:nvPr/>
        </p:nvSpPr>
        <p:spPr>
          <a:xfrm>
            <a:off x="407612" y="3169858"/>
            <a:ext cx="1632573"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les outiles</a:t>
            </a:r>
            <a:endParaRPr sz="2000" dirty="0">
              <a:solidFill>
                <a:schemeClr val="lt2"/>
              </a:solidFill>
              <a:latin typeface="Poppins ExtraBold"/>
              <a:ea typeface="Poppins ExtraBold"/>
              <a:cs typeface="Poppins ExtraBold"/>
              <a:sym typeface="Poppins ExtraBold"/>
            </a:endParaRPr>
          </a:p>
        </p:txBody>
      </p:sp>
      <p:sp>
        <p:nvSpPr>
          <p:cNvPr id="475" name="Google Shape;539;p33">
            <a:extLst>
              <a:ext uri="{FF2B5EF4-FFF2-40B4-BE49-F238E27FC236}">
                <a16:creationId xmlns:a16="http://schemas.microsoft.com/office/drawing/2014/main" id="{B476AEB3-604F-7740-9B7A-48886B07DD75}"/>
              </a:ext>
            </a:extLst>
          </p:cNvPr>
          <p:cNvSpPr/>
          <p:nvPr/>
        </p:nvSpPr>
        <p:spPr>
          <a:xfrm>
            <a:off x="6729962" y="1653921"/>
            <a:ext cx="1841517" cy="355118"/>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Conception</a:t>
            </a:r>
            <a:endParaRPr sz="2000" dirty="0">
              <a:solidFill>
                <a:schemeClr val="lt2"/>
              </a:solidFill>
              <a:latin typeface="Poppins ExtraBold"/>
              <a:ea typeface="Poppins ExtraBold"/>
              <a:cs typeface="Poppins ExtraBold"/>
              <a:sym typeface="Poppins ExtraBold"/>
            </a:endParaRPr>
          </a:p>
        </p:txBody>
      </p:sp>
      <p:sp>
        <p:nvSpPr>
          <p:cNvPr id="476" name="Google Shape;541;p33">
            <a:extLst>
              <a:ext uri="{FF2B5EF4-FFF2-40B4-BE49-F238E27FC236}">
                <a16:creationId xmlns:a16="http://schemas.microsoft.com/office/drawing/2014/main" id="{67C4A2C2-362B-EC75-C3DA-AE81847B142F}"/>
              </a:ext>
            </a:extLst>
          </p:cNvPr>
          <p:cNvSpPr/>
          <p:nvPr/>
        </p:nvSpPr>
        <p:spPr>
          <a:xfrm>
            <a:off x="6712048" y="3150189"/>
            <a:ext cx="2330227" cy="380824"/>
          </a:xfrm>
          <a:prstGeom prst="roundRect">
            <a:avLst>
              <a:gd name="adj" fmla="val 30511"/>
            </a:avLst>
          </a:prstGeom>
          <a:solidFill>
            <a:schemeClr val="dk1"/>
          </a:solidFill>
          <a:ln>
            <a:noFill/>
          </a:ln>
        </p:spPr>
        <p:txBody>
          <a:bodyPr spcFirstLastPara="1" wrap="square" lIns="91425" tIns="0" rIns="91425" bIns="91425" anchor="t" anchorCtr="0">
            <a:noAutofit/>
          </a:bodyPr>
          <a:lstStyle/>
          <a:p>
            <a:pPr marL="0" lvl="0" indent="0" algn="ctr" rtl="0">
              <a:spcBef>
                <a:spcPts val="0"/>
              </a:spcBef>
              <a:spcAft>
                <a:spcPts val="0"/>
              </a:spcAft>
              <a:buNone/>
            </a:pPr>
            <a:r>
              <a:rPr lang="en" sz="2000" dirty="0">
                <a:solidFill>
                  <a:schemeClr val="lt2"/>
                </a:solidFill>
                <a:latin typeface="Poppins ExtraBold"/>
                <a:ea typeface="Poppins ExtraBold"/>
                <a:cs typeface="Poppins ExtraBold"/>
                <a:sym typeface="Poppins ExtraBold"/>
              </a:rPr>
              <a:t>D</a:t>
            </a:r>
            <a:r>
              <a:rPr lang="fr-FR" sz="2000" dirty="0">
                <a:solidFill>
                  <a:schemeClr val="lt2"/>
                </a:solidFill>
                <a:latin typeface="Poppins ExtraBold"/>
                <a:ea typeface="Poppins ExtraBold"/>
                <a:cs typeface="Poppins ExtraBold"/>
                <a:sym typeface="Poppins ExtraBold"/>
              </a:rPr>
              <a:t>é</a:t>
            </a:r>
            <a:r>
              <a:rPr lang="en" sz="2000" dirty="0">
                <a:solidFill>
                  <a:schemeClr val="lt2"/>
                </a:solidFill>
                <a:latin typeface="Poppins ExtraBold"/>
                <a:ea typeface="Poppins ExtraBold"/>
                <a:cs typeface="Poppins ExtraBold"/>
                <a:sym typeface="Poppins ExtraBold"/>
              </a:rPr>
              <a:t>monstration</a:t>
            </a:r>
            <a:endParaRPr sz="2000" dirty="0">
              <a:solidFill>
                <a:schemeClr val="lt2"/>
              </a:solidFill>
              <a:latin typeface="Poppins ExtraBold"/>
              <a:ea typeface="Poppins ExtraBold"/>
              <a:cs typeface="Poppins ExtraBold"/>
              <a:sym typeface="Poppins ExtraBold"/>
            </a:endParaRPr>
          </a:p>
        </p:txBody>
      </p:sp>
    </p:spTree>
    <p:extLst>
      <p:ext uri="{BB962C8B-B14F-4D97-AF65-F5344CB8AC3E}">
        <p14:creationId xmlns:p14="http://schemas.microsoft.com/office/powerpoint/2010/main" val="479304876"/>
      </p:ext>
    </p:extLst>
  </p:cSld>
  <p:clrMapOvr>
    <a:masterClrMapping/>
  </p:clrMapOvr>
  <mc:AlternateContent xmlns:mc="http://schemas.openxmlformats.org/markup-compatibility/2006" xmlns:p14="http://schemas.microsoft.com/office/powerpoint/2010/main">
    <mc:Choice Requires="p14">
      <p:transition spd="slow" p14:dur="800">
        <p14:flythrough dir="ou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6"/>
        <p:cNvGrpSpPr/>
        <p:nvPr/>
      </p:nvGrpSpPr>
      <p:grpSpPr>
        <a:xfrm>
          <a:off x="0" y="0"/>
          <a:ext cx="0" cy="0"/>
          <a:chOff x="0" y="0"/>
          <a:chExt cx="0" cy="0"/>
        </a:xfrm>
      </p:grpSpPr>
      <p:sp>
        <p:nvSpPr>
          <p:cNvPr id="2377" name="Google Shape;2377;p56"/>
          <p:cNvSpPr txBox="1">
            <a:spLocks noGrp="1"/>
          </p:cNvSpPr>
          <p:nvPr>
            <p:ph type="title"/>
          </p:nvPr>
        </p:nvSpPr>
        <p:spPr>
          <a:xfrm>
            <a:off x="475807" y="1715660"/>
            <a:ext cx="7717500" cy="1415257"/>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600" dirty="0"/>
              <a:t>Merci pour votre attention</a:t>
            </a:r>
            <a:endParaRPr sz="6600" dirty="0"/>
          </a:p>
        </p:txBody>
      </p:sp>
      <p:pic>
        <p:nvPicPr>
          <p:cNvPr id="2378" name="Google Shape;2378;p56">
            <a:hlinkClick r:id="rId3" action="ppaction://hlinksldjump"/>
          </p:cNvPr>
          <p:cNvPicPr preferRelativeResize="0"/>
          <p:nvPr/>
        </p:nvPicPr>
        <p:blipFill>
          <a:blip r:embed="rId4">
            <a:alphaModFix/>
          </a:blip>
          <a:stretch>
            <a:fillRect/>
          </a:stretch>
        </p:blipFill>
        <p:spPr>
          <a:xfrm>
            <a:off x="713224" y="585350"/>
            <a:ext cx="360887" cy="260251"/>
          </a:xfrm>
          <a:prstGeom prst="rect">
            <a:avLst/>
          </a:prstGeom>
          <a:noFill/>
          <a:ln>
            <a:noFill/>
          </a:ln>
        </p:spPr>
      </p:pic>
      <p:sp>
        <p:nvSpPr>
          <p:cNvPr id="2379" name="Google Shape;2379;p56">
            <a:hlinkClick r:id="" action="ppaction://hlinkshowjump?jump=nextslide"/>
          </p:cNvPr>
          <p:cNvSpPr/>
          <p:nvPr/>
        </p:nvSpPr>
        <p:spPr>
          <a:xfrm>
            <a:off x="7977175"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6">
            <a:hlinkClick r:id="" action="ppaction://hlinkshowjump?jump=previousslide"/>
          </p:cNvPr>
          <p:cNvSpPr/>
          <p:nvPr/>
        </p:nvSpPr>
        <p:spPr>
          <a:xfrm flipH="1">
            <a:off x="7358100" y="627091"/>
            <a:ext cx="432265" cy="208566"/>
          </a:xfrm>
          <a:custGeom>
            <a:avLst/>
            <a:gdLst/>
            <a:ahLst/>
            <a:cxnLst/>
            <a:rect l="l" t="t" r="r" b="b"/>
            <a:pathLst>
              <a:path w="209583" h="101123" extrusionOk="0">
                <a:moveTo>
                  <a:pt x="158014" y="1"/>
                </a:moveTo>
                <a:cubicBezTo>
                  <a:pt x="155920" y="1"/>
                  <a:pt x="153827" y="808"/>
                  <a:pt x="152237" y="2415"/>
                </a:cubicBezTo>
                <a:cubicBezTo>
                  <a:pt x="149040" y="5611"/>
                  <a:pt x="149073" y="10765"/>
                  <a:pt x="152237" y="13929"/>
                </a:cubicBezTo>
                <a:lnTo>
                  <a:pt x="180845" y="42407"/>
                </a:lnTo>
                <a:lnTo>
                  <a:pt x="8155" y="42407"/>
                </a:lnTo>
                <a:cubicBezTo>
                  <a:pt x="3653" y="42407"/>
                  <a:pt x="0" y="46060"/>
                  <a:pt x="0" y="50562"/>
                </a:cubicBezTo>
                <a:cubicBezTo>
                  <a:pt x="0" y="55063"/>
                  <a:pt x="3653" y="58717"/>
                  <a:pt x="8155" y="58717"/>
                </a:cubicBezTo>
                <a:lnTo>
                  <a:pt x="180845" y="58717"/>
                </a:lnTo>
                <a:lnTo>
                  <a:pt x="152237" y="87194"/>
                </a:lnTo>
                <a:cubicBezTo>
                  <a:pt x="149073" y="90358"/>
                  <a:pt x="149040" y="95512"/>
                  <a:pt x="152237" y="98708"/>
                </a:cubicBezTo>
                <a:cubicBezTo>
                  <a:pt x="153827" y="100315"/>
                  <a:pt x="155920" y="101122"/>
                  <a:pt x="158014" y="101122"/>
                </a:cubicBezTo>
                <a:cubicBezTo>
                  <a:pt x="160087" y="101122"/>
                  <a:pt x="162162" y="100331"/>
                  <a:pt x="163752" y="98741"/>
                </a:cubicBezTo>
                <a:lnTo>
                  <a:pt x="206353" y="56335"/>
                </a:lnTo>
                <a:lnTo>
                  <a:pt x="206386" y="56335"/>
                </a:lnTo>
                <a:cubicBezTo>
                  <a:pt x="209583" y="53139"/>
                  <a:pt x="209550" y="47952"/>
                  <a:pt x="206386" y="44788"/>
                </a:cubicBezTo>
                <a:lnTo>
                  <a:pt x="206353" y="44788"/>
                </a:lnTo>
                <a:lnTo>
                  <a:pt x="163752" y="2382"/>
                </a:lnTo>
                <a:cubicBezTo>
                  <a:pt x="162162" y="792"/>
                  <a:pt x="160087" y="1"/>
                  <a:pt x="1580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6"/>
          <p:cNvSpPr txBox="1"/>
          <p:nvPr/>
        </p:nvSpPr>
        <p:spPr>
          <a:xfrm>
            <a:off x="2200083" y="4498986"/>
            <a:ext cx="7968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2385" name="Google Shape;2385;p56">
            <a:hlinkClick r:id="rId5" action="ppaction://hlinksldjump"/>
          </p:cNvPr>
          <p:cNvSpPr txBox="1"/>
          <p:nvPr/>
        </p:nvSpPr>
        <p:spPr>
          <a:xfrm>
            <a:off x="2987574"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2386" name="Google Shape;2386;p56"/>
          <p:cNvSpPr txBox="1"/>
          <p:nvPr/>
        </p:nvSpPr>
        <p:spPr>
          <a:xfrm>
            <a:off x="3777211"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2"/>
              </a:solidFill>
              <a:latin typeface="Poppins"/>
              <a:ea typeface="Poppins"/>
              <a:cs typeface="Poppins"/>
              <a:sym typeface="Poppins"/>
            </a:endParaRPr>
          </a:p>
        </p:txBody>
      </p:sp>
      <p:sp>
        <p:nvSpPr>
          <p:cNvPr id="2387" name="Google Shape;2387;p56">
            <a:hlinkClick r:id="rId5" action="ppaction://hlinksldjump"/>
          </p:cNvPr>
          <p:cNvSpPr txBox="1"/>
          <p:nvPr/>
        </p:nvSpPr>
        <p:spPr>
          <a:xfrm>
            <a:off x="4564467"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800" b="1">
              <a:solidFill>
                <a:schemeClr val="accent1"/>
              </a:solidFill>
              <a:latin typeface="Poppins"/>
              <a:ea typeface="Poppins"/>
              <a:cs typeface="Poppins"/>
              <a:sym typeface="Poppins"/>
            </a:endParaRPr>
          </a:p>
        </p:txBody>
      </p:sp>
      <p:sp>
        <p:nvSpPr>
          <p:cNvPr id="2391" name="Google Shape;2391;p56">
            <a:hlinkClick r:id="" action="ppaction://noaction"/>
          </p:cNvPr>
          <p:cNvSpPr txBox="1"/>
          <p:nvPr/>
        </p:nvSpPr>
        <p:spPr>
          <a:xfrm>
            <a:off x="7727383"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sp>
        <p:nvSpPr>
          <p:cNvPr id="2397" name="Google Shape;2397;p56">
            <a:hlinkClick r:id="" action="ppaction://noaction"/>
          </p:cNvPr>
          <p:cNvSpPr txBox="1"/>
          <p:nvPr/>
        </p:nvSpPr>
        <p:spPr>
          <a:xfrm>
            <a:off x="5355326" y="4498986"/>
            <a:ext cx="795600" cy="520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Poppins"/>
              <a:ea typeface="Poppins"/>
              <a:cs typeface="Poppins"/>
              <a:sym typeface="Poppins"/>
            </a:endParaRPr>
          </a:p>
        </p:txBody>
      </p:sp>
      <p:sp>
        <p:nvSpPr>
          <p:cNvPr id="2403" name="Google Shape;2403;p56"/>
          <p:cNvSpPr/>
          <p:nvPr/>
        </p:nvSpPr>
        <p:spPr>
          <a:xfrm>
            <a:off x="6936867" y="4987052"/>
            <a:ext cx="795600" cy="34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Rectangle 12">
            <a:extLst>
              <a:ext uri="{FF2B5EF4-FFF2-40B4-BE49-F238E27FC236}">
                <a16:creationId xmlns:a16="http://schemas.microsoft.com/office/drawing/2014/main" id="{8ECA0792-8EDF-4B74-B9CF-7988990129EB}"/>
              </a:ext>
            </a:extLst>
          </p:cNvPr>
          <p:cNvSpPr/>
          <p:nvPr/>
        </p:nvSpPr>
        <p:spPr>
          <a:xfrm>
            <a:off x="270750" y="4600510"/>
            <a:ext cx="8627325" cy="386542"/>
          </a:xfrm>
          <a:prstGeom prst="rect">
            <a:avLst/>
          </a:prstGeom>
          <a:solidFill>
            <a:srgbClr val="5E74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77"/>
                                        </p:tgtEl>
                                        <p:attrNameLst>
                                          <p:attrName>style.visibility</p:attrName>
                                        </p:attrNameLst>
                                      </p:cBhvr>
                                      <p:to>
                                        <p:strVal val="visible"/>
                                      </p:to>
                                    </p:set>
                                    <p:animEffect transition="in" filter="fade">
                                      <p:cBhvr>
                                        <p:cTn id="7" dur="1000"/>
                                        <p:tgtEl>
                                          <p:spTgt spid="2377"/>
                                        </p:tgtEl>
                                      </p:cBhvr>
                                    </p:animEffect>
                                    <p:anim calcmode="lin" valueType="num">
                                      <p:cBhvr>
                                        <p:cTn id="8" dur="1000" fill="hold"/>
                                        <p:tgtEl>
                                          <p:spTgt spid="2377"/>
                                        </p:tgtEl>
                                        <p:attrNameLst>
                                          <p:attrName>ppt_x</p:attrName>
                                        </p:attrNameLst>
                                      </p:cBhvr>
                                      <p:tavLst>
                                        <p:tav tm="0">
                                          <p:val>
                                            <p:strVal val="#ppt_x"/>
                                          </p:val>
                                        </p:tav>
                                        <p:tav tm="100000">
                                          <p:val>
                                            <p:strVal val="#ppt_x"/>
                                          </p:val>
                                        </p:tav>
                                      </p:tavLst>
                                    </p:anim>
                                    <p:anim calcmode="lin" valueType="num">
                                      <p:cBhvr>
                                        <p:cTn id="9" dur="1000" fill="hold"/>
                                        <p:tgtEl>
                                          <p:spTgt spid="237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7" grpId="0"/>
    </p:bldLst>
  </p:timing>
</p:sld>
</file>

<file path=ppt/theme/theme1.xml><?xml version="1.0" encoding="utf-8"?>
<a:theme xmlns:a="http://schemas.openxmlformats.org/drawingml/2006/main" name="Management System Planner by Slidesgo">
  <a:themeElements>
    <a:clrScheme name="Simple Light">
      <a:dk1>
        <a:srgbClr val="36338C"/>
      </a:dk1>
      <a:lt1>
        <a:srgbClr val="DAE3F2"/>
      </a:lt1>
      <a:dk2>
        <a:srgbClr val="161620"/>
      </a:dk2>
      <a:lt2>
        <a:srgbClr val="FFFFFF"/>
      </a:lt2>
      <a:accent1>
        <a:srgbClr val="C7CEDE"/>
      </a:accent1>
      <a:accent2>
        <a:srgbClr val="7966E4"/>
      </a:accent2>
      <a:accent3>
        <a:srgbClr val="F0F5FD"/>
      </a:accent3>
      <a:accent4>
        <a:srgbClr val="F1F4FD"/>
      </a:accent4>
      <a:accent5>
        <a:srgbClr val="36338C"/>
      </a:accent5>
      <a:accent6>
        <a:srgbClr val="DAE3F2"/>
      </a:accent6>
      <a:hlink>
        <a:srgbClr val="3633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8647</TotalTime>
  <Words>1506</Words>
  <Application>Microsoft Office PowerPoint</Application>
  <PresentationFormat>Affichage à l'écran (16:9)</PresentationFormat>
  <Paragraphs>201</Paragraphs>
  <Slides>15</Slides>
  <Notes>15</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15</vt:i4>
      </vt:variant>
    </vt:vector>
  </HeadingPairs>
  <TitlesOfParts>
    <vt:vector size="25" baseType="lpstr">
      <vt:lpstr>Livvic</vt:lpstr>
      <vt:lpstr>Roboto Condensed Light</vt:lpstr>
      <vt:lpstr>Arial</vt:lpstr>
      <vt:lpstr>Poppins</vt:lpstr>
      <vt:lpstr>Source Sans Pro</vt:lpstr>
      <vt:lpstr>Libre Franklin</vt:lpstr>
      <vt:lpstr>Times New Roman</vt:lpstr>
      <vt:lpstr>Poppins ExtraBold</vt:lpstr>
      <vt:lpstr>Montserrat ExtraBold</vt:lpstr>
      <vt:lpstr>Management System Planner by Slidesgo</vt:lpstr>
      <vt:lpstr>Système de Recrutement Intelligent</vt:lpstr>
      <vt:lpstr>Plan</vt:lpstr>
      <vt:lpstr>Introduction</vt:lpstr>
      <vt:lpstr>L’objectif</vt:lpstr>
      <vt:lpstr>Plan</vt:lpstr>
      <vt:lpstr>Conception</vt:lpstr>
      <vt:lpstr>Conception</vt:lpstr>
      <vt:lpstr>Conception</vt:lpstr>
      <vt:lpstr>Le Moteur d'Intelligence Artificielle</vt:lpstr>
      <vt:lpstr>Plan</vt:lpstr>
      <vt:lpstr>Les outils et les langages utilisés pour la  programmation</vt:lpstr>
      <vt:lpstr>Plan</vt:lpstr>
      <vt:lpstr>Démonstration de l’application</vt:lpstr>
      <vt:lpstr>Plan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de l’unité UPRIMA</dc:title>
  <dc:creator>PC</dc:creator>
  <cp:lastModifiedBy>bolvalli abdo</cp:lastModifiedBy>
  <cp:revision>87</cp:revision>
  <dcterms:modified xsi:type="dcterms:W3CDTF">2026-06-20T08:20:18Z</dcterms:modified>
</cp:coreProperties>
</file>